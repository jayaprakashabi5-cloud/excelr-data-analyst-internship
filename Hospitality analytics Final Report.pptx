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840" r:id="rId4"/>
  </p:sldMasterIdLst>
  <p:notesMasterIdLst>
    <p:notesMasterId r:id="rId23"/>
  </p:notesMasterIdLst>
  <p:handoutMasterIdLst>
    <p:handoutMasterId r:id="rId24"/>
  </p:handoutMasterIdLst>
  <p:sldIdLst>
    <p:sldId id="256" r:id="rId5"/>
    <p:sldId id="267" r:id="rId6"/>
    <p:sldId id="279" r:id="rId7"/>
    <p:sldId id="257" r:id="rId8"/>
    <p:sldId id="273" r:id="rId9"/>
    <p:sldId id="274" r:id="rId10"/>
    <p:sldId id="275" r:id="rId11"/>
    <p:sldId id="276" r:id="rId12"/>
    <p:sldId id="277" r:id="rId13"/>
    <p:sldId id="278" r:id="rId14"/>
    <p:sldId id="280" r:id="rId15"/>
    <p:sldId id="281" r:id="rId16"/>
    <p:sldId id="282" r:id="rId17"/>
    <p:sldId id="283" r:id="rId18"/>
    <p:sldId id="284" r:id="rId19"/>
    <p:sldId id="285" r:id="rId20"/>
    <p:sldId id="286" r:id="rId21"/>
    <p:sldId id="287"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548" autoAdjust="0"/>
    <p:restoredTop sz="94660"/>
  </p:normalViewPr>
  <p:slideViewPr>
    <p:cSldViewPr snapToGrid="0">
      <p:cViewPr varScale="1">
        <p:scale>
          <a:sx n="85" d="100"/>
          <a:sy n="85" d="100"/>
        </p:scale>
        <p:origin x="427" y="62"/>
      </p:cViewPr>
      <p:guideLst/>
    </p:cSldViewPr>
  </p:slideViewPr>
  <p:notesTextViewPr>
    <p:cViewPr>
      <p:scale>
        <a:sx n="1" d="1"/>
        <a:sy n="1" d="1"/>
      </p:scale>
      <p:origin x="0" y="0"/>
    </p:cViewPr>
  </p:notesTextViewPr>
  <p:notesViewPr>
    <p:cSldViewPr snapToGrid="0">
      <p:cViewPr varScale="1">
        <p:scale>
          <a:sx n="84" d="100"/>
          <a:sy n="84" d="100"/>
        </p:scale>
        <p:origin x="3828" y="9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YA PRAKASH A" userId="c1b1acc7da6f1512" providerId="LiveId" clId="{A43201A1-F792-4A62-AEFB-FAABBD768F63}"/>
    <pc:docChg chg="undo custSel addSld delSld modSld sldOrd modMainMaster">
      <pc:chgData name="JAYA PRAKASH A" userId="c1b1acc7da6f1512" providerId="LiveId" clId="{A43201A1-F792-4A62-AEFB-FAABBD768F63}" dt="2026-01-25T12:25:53.177" v="962" actId="207"/>
      <pc:docMkLst>
        <pc:docMk/>
      </pc:docMkLst>
      <pc:sldChg chg="modTransition addAnim delAnim modAnim">
        <pc:chgData name="JAYA PRAKASH A" userId="c1b1acc7da6f1512" providerId="LiveId" clId="{A43201A1-F792-4A62-AEFB-FAABBD768F63}" dt="2026-01-25T08:55:36.073" v="956"/>
        <pc:sldMkLst>
          <pc:docMk/>
          <pc:sldMk cId="306700942" sldId="256"/>
        </pc:sldMkLst>
      </pc:sldChg>
      <pc:sldChg chg="modSp mod ord modTransition modAnim">
        <pc:chgData name="JAYA PRAKASH A" userId="c1b1acc7da6f1512" providerId="LiveId" clId="{A43201A1-F792-4A62-AEFB-FAABBD768F63}" dt="2026-01-25T08:55:36.073" v="956"/>
        <pc:sldMkLst>
          <pc:docMk/>
          <pc:sldMk cId="2394598200" sldId="257"/>
        </pc:sldMkLst>
        <pc:spChg chg="mod">
          <ac:chgData name="JAYA PRAKASH A" userId="c1b1acc7da6f1512" providerId="LiveId" clId="{A43201A1-F792-4A62-AEFB-FAABBD768F63}" dt="2026-01-21T17:12:42.549" v="507" actId="120"/>
          <ac:spMkLst>
            <pc:docMk/>
            <pc:sldMk cId="2394598200" sldId="257"/>
            <ac:spMk id="2" creationId="{F4480DAD-30FE-4C86-9C81-495661668944}"/>
          </ac:spMkLst>
        </pc:spChg>
        <pc:spChg chg="mod">
          <ac:chgData name="JAYA PRAKASH A" userId="c1b1acc7da6f1512" providerId="LiveId" clId="{A43201A1-F792-4A62-AEFB-FAABBD768F63}" dt="2026-01-21T17:02:59.451" v="480" actId="255"/>
          <ac:spMkLst>
            <pc:docMk/>
            <pc:sldMk cId="2394598200" sldId="257"/>
            <ac:spMk id="4" creationId="{E98DCA46-603B-4178-8707-30E192CE6B8D}"/>
          </ac:spMkLst>
        </pc:spChg>
      </pc:sldChg>
      <pc:sldChg chg="addSp delSp modSp mod modTransition addAnim delAnim modAnim">
        <pc:chgData name="JAYA PRAKASH A" userId="c1b1acc7da6f1512" providerId="LiveId" clId="{A43201A1-F792-4A62-AEFB-FAABBD768F63}" dt="2026-01-25T08:55:36.073" v="956"/>
        <pc:sldMkLst>
          <pc:docMk/>
          <pc:sldMk cId="944875080" sldId="267"/>
        </pc:sldMkLst>
        <pc:spChg chg="add mod">
          <ac:chgData name="JAYA PRAKASH A" userId="c1b1acc7da6f1512" providerId="LiveId" clId="{A43201A1-F792-4A62-AEFB-FAABBD768F63}" dt="2026-01-21T16:47:44.152" v="241" actId="571"/>
          <ac:spMkLst>
            <pc:docMk/>
            <pc:sldMk cId="944875080" sldId="267"/>
            <ac:spMk id="35" creationId="{AC8B9C00-9595-9246-85B7-B971D2531805}"/>
          </ac:spMkLst>
        </pc:spChg>
        <pc:spChg chg="add mod">
          <ac:chgData name="JAYA PRAKASH A" userId="c1b1acc7da6f1512" providerId="LiveId" clId="{A43201A1-F792-4A62-AEFB-FAABBD768F63}" dt="2026-01-21T16:47:51.646" v="243" actId="14100"/>
          <ac:spMkLst>
            <pc:docMk/>
            <pc:sldMk cId="944875080" sldId="267"/>
            <ac:spMk id="37" creationId="{76E1EAEC-A5C3-8B39-B68D-19B8A10C2DD7}"/>
          </ac:spMkLst>
        </pc:spChg>
        <pc:spChg chg="add mod">
          <ac:chgData name="JAYA PRAKASH A" userId="c1b1acc7da6f1512" providerId="LiveId" clId="{A43201A1-F792-4A62-AEFB-FAABBD768F63}" dt="2026-01-21T16:47:51.646" v="243" actId="14100"/>
          <ac:spMkLst>
            <pc:docMk/>
            <pc:sldMk cId="944875080" sldId="267"/>
            <ac:spMk id="39" creationId="{8C2BACFE-179C-E779-08A0-138B8A8E527E}"/>
          </ac:spMkLst>
        </pc:spChg>
      </pc:sldChg>
      <pc:sldChg chg="addSp modSp new mod modTransition modAnim">
        <pc:chgData name="JAYA PRAKASH A" userId="c1b1acc7da6f1512" providerId="LiveId" clId="{A43201A1-F792-4A62-AEFB-FAABBD768F63}" dt="2026-01-25T08:55:36.073" v="956"/>
        <pc:sldMkLst>
          <pc:docMk/>
          <pc:sldMk cId="531838819" sldId="273"/>
        </pc:sldMkLst>
        <pc:spChg chg="mod">
          <ac:chgData name="JAYA PRAKASH A" userId="c1b1acc7da6f1512" providerId="LiveId" clId="{A43201A1-F792-4A62-AEFB-FAABBD768F63}" dt="2026-01-21T17:14:21.261" v="513" actId="2711"/>
          <ac:spMkLst>
            <pc:docMk/>
            <pc:sldMk cId="531838819" sldId="273"/>
            <ac:spMk id="2" creationId="{3F306732-B249-D9A3-25B1-5199186709E9}"/>
          </ac:spMkLst>
        </pc:spChg>
        <pc:spChg chg="mod">
          <ac:chgData name="JAYA PRAKASH A" userId="c1b1acc7da6f1512" providerId="LiveId" clId="{A43201A1-F792-4A62-AEFB-FAABBD768F63}" dt="2026-01-21T17:36:26.454" v="651" actId="20577"/>
          <ac:spMkLst>
            <pc:docMk/>
            <pc:sldMk cId="531838819" sldId="273"/>
            <ac:spMk id="4" creationId="{ADB1DD33-411E-C04F-F266-58B584E038FE}"/>
          </ac:spMkLst>
        </pc:spChg>
      </pc:sldChg>
      <pc:sldChg chg="new modTransition modAnim">
        <pc:chgData name="JAYA PRAKASH A" userId="c1b1acc7da6f1512" providerId="LiveId" clId="{A43201A1-F792-4A62-AEFB-FAABBD768F63}" dt="2026-01-25T08:55:36.073" v="956"/>
        <pc:sldMkLst>
          <pc:docMk/>
          <pc:sldMk cId="1428072732" sldId="274"/>
        </pc:sldMkLst>
      </pc:sldChg>
      <pc:sldChg chg="new modTransition modAnim">
        <pc:chgData name="JAYA PRAKASH A" userId="c1b1acc7da6f1512" providerId="LiveId" clId="{A43201A1-F792-4A62-AEFB-FAABBD768F63}" dt="2026-01-25T08:55:36.073" v="956"/>
        <pc:sldMkLst>
          <pc:docMk/>
          <pc:sldMk cId="1696040975" sldId="275"/>
        </pc:sldMkLst>
      </pc:sldChg>
      <pc:sldChg chg="new modTransition modAnim">
        <pc:chgData name="JAYA PRAKASH A" userId="c1b1acc7da6f1512" providerId="LiveId" clId="{A43201A1-F792-4A62-AEFB-FAABBD768F63}" dt="2026-01-25T08:55:36.073" v="956"/>
        <pc:sldMkLst>
          <pc:docMk/>
          <pc:sldMk cId="1255485076" sldId="276"/>
        </pc:sldMkLst>
      </pc:sldChg>
      <pc:sldChg chg="new modTransition modAnim">
        <pc:chgData name="JAYA PRAKASH A" userId="c1b1acc7da6f1512" providerId="LiveId" clId="{A43201A1-F792-4A62-AEFB-FAABBD768F63}" dt="2026-01-25T08:55:36.073" v="956"/>
        <pc:sldMkLst>
          <pc:docMk/>
          <pc:sldMk cId="1011275734" sldId="277"/>
        </pc:sldMkLst>
      </pc:sldChg>
      <pc:sldChg chg="new modTransition modAnim">
        <pc:chgData name="JAYA PRAKASH A" userId="c1b1acc7da6f1512" providerId="LiveId" clId="{A43201A1-F792-4A62-AEFB-FAABBD768F63}" dt="2026-01-25T08:55:36.073" v="956"/>
        <pc:sldMkLst>
          <pc:docMk/>
          <pc:sldMk cId="3520675116" sldId="278"/>
        </pc:sldMkLst>
      </pc:sldChg>
      <pc:sldChg chg="modTransition addAnim delAnim modAnim">
        <pc:chgData name="JAYA PRAKASH A" userId="c1b1acc7da6f1512" providerId="LiveId" clId="{A43201A1-F792-4A62-AEFB-FAABBD768F63}" dt="2026-01-25T08:55:36.073" v="956"/>
        <pc:sldMkLst>
          <pc:docMk/>
          <pc:sldMk cId="4225381732" sldId="279"/>
        </pc:sldMkLst>
      </pc:sldChg>
      <pc:sldChg chg="modTransition modAnim">
        <pc:chgData name="JAYA PRAKASH A" userId="c1b1acc7da6f1512" providerId="LiveId" clId="{A43201A1-F792-4A62-AEFB-FAABBD768F63}" dt="2026-01-25T08:55:36.073" v="956"/>
        <pc:sldMkLst>
          <pc:docMk/>
          <pc:sldMk cId="1396624705" sldId="280"/>
        </pc:sldMkLst>
      </pc:sldChg>
      <pc:sldChg chg="modTransition modAnim">
        <pc:chgData name="JAYA PRAKASH A" userId="c1b1acc7da6f1512" providerId="LiveId" clId="{A43201A1-F792-4A62-AEFB-FAABBD768F63}" dt="2026-01-25T08:55:36.073" v="956"/>
        <pc:sldMkLst>
          <pc:docMk/>
          <pc:sldMk cId="700668538" sldId="281"/>
        </pc:sldMkLst>
      </pc:sldChg>
      <pc:sldChg chg="modTransition modAnim">
        <pc:chgData name="JAYA PRAKASH A" userId="c1b1acc7da6f1512" providerId="LiveId" clId="{A43201A1-F792-4A62-AEFB-FAABBD768F63}" dt="2026-01-25T08:55:36.073" v="956"/>
        <pc:sldMkLst>
          <pc:docMk/>
          <pc:sldMk cId="1578152007" sldId="282"/>
        </pc:sldMkLst>
      </pc:sldChg>
      <pc:sldChg chg="modTransition modAnim">
        <pc:chgData name="JAYA PRAKASH A" userId="c1b1acc7da6f1512" providerId="LiveId" clId="{A43201A1-F792-4A62-AEFB-FAABBD768F63}" dt="2026-01-25T08:55:36.073" v="956"/>
        <pc:sldMkLst>
          <pc:docMk/>
          <pc:sldMk cId="2112700490" sldId="283"/>
        </pc:sldMkLst>
      </pc:sldChg>
      <pc:sldChg chg="modTransition modAnim">
        <pc:chgData name="JAYA PRAKASH A" userId="c1b1acc7da6f1512" providerId="LiveId" clId="{A43201A1-F792-4A62-AEFB-FAABBD768F63}" dt="2026-01-25T08:55:36.073" v="956"/>
        <pc:sldMkLst>
          <pc:docMk/>
          <pc:sldMk cId="569585423" sldId="284"/>
        </pc:sldMkLst>
      </pc:sldChg>
      <pc:sldChg chg="modTransition modAnim">
        <pc:chgData name="JAYA PRAKASH A" userId="c1b1acc7da6f1512" providerId="LiveId" clId="{A43201A1-F792-4A62-AEFB-FAABBD768F63}" dt="2026-01-25T08:55:36.073" v="956"/>
        <pc:sldMkLst>
          <pc:docMk/>
          <pc:sldMk cId="2631334971" sldId="285"/>
        </pc:sldMkLst>
      </pc:sldChg>
      <pc:sldChg chg="modTransition modAnim">
        <pc:chgData name="JAYA PRAKASH A" userId="c1b1acc7da6f1512" providerId="LiveId" clId="{A43201A1-F792-4A62-AEFB-FAABBD768F63}" dt="2026-01-25T08:55:36.073" v="956"/>
        <pc:sldMkLst>
          <pc:docMk/>
          <pc:sldMk cId="2296366057" sldId="286"/>
        </pc:sldMkLst>
      </pc:sldChg>
      <pc:sldChg chg="addSp delSp modSp new mod modTransition modClrScheme modAnim chgLayout">
        <pc:chgData name="JAYA PRAKASH A" userId="c1b1acc7da6f1512" providerId="LiveId" clId="{A43201A1-F792-4A62-AEFB-FAABBD768F63}" dt="2026-01-25T12:25:53.177" v="962" actId="207"/>
        <pc:sldMkLst>
          <pc:docMk/>
          <pc:sldMk cId="3471210416" sldId="287"/>
        </pc:sldMkLst>
        <pc:spChg chg="mod ord">
          <ac:chgData name="JAYA PRAKASH A" userId="c1b1acc7da6f1512" providerId="LiveId" clId="{A43201A1-F792-4A62-AEFB-FAABBD768F63}" dt="2026-01-25T12:25:30.304" v="959" actId="700"/>
          <ac:spMkLst>
            <pc:docMk/>
            <pc:sldMk cId="3471210416" sldId="287"/>
            <ac:spMk id="2" creationId="{D2F53B02-AFFC-1826-E582-52F3AFD2FA48}"/>
          </ac:spMkLst>
        </pc:spChg>
        <pc:spChg chg="add mod">
          <ac:chgData name="JAYA PRAKASH A" userId="c1b1acc7da6f1512" providerId="LiveId" clId="{A43201A1-F792-4A62-AEFB-FAABBD768F63}" dt="2026-01-25T12:25:53.177" v="962" actId="207"/>
          <ac:spMkLst>
            <pc:docMk/>
            <pc:sldMk cId="3471210416" sldId="287"/>
            <ac:spMk id="3" creationId="{B72E31B6-06C3-621E-80CC-311424F1A3C5}"/>
          </ac:spMkLst>
        </pc:spChg>
        <pc:spChg chg="add del mod ord">
          <ac:chgData name="JAYA PRAKASH A" userId="c1b1acc7da6f1512" providerId="LiveId" clId="{A43201A1-F792-4A62-AEFB-FAABBD768F63}" dt="2026-01-25T12:25:17.137" v="958" actId="700"/>
          <ac:spMkLst>
            <pc:docMk/>
            <pc:sldMk cId="3471210416" sldId="287"/>
            <ac:spMk id="4" creationId="{197D7ECC-F66D-FDE4-E7B1-B9BB98820C5F}"/>
          </ac:spMkLst>
        </pc:spChg>
        <pc:spChg chg="add del mod ord">
          <ac:chgData name="JAYA PRAKASH A" userId="c1b1acc7da6f1512" providerId="LiveId" clId="{A43201A1-F792-4A62-AEFB-FAABBD768F63}" dt="2026-01-25T12:25:17.137" v="958" actId="700"/>
          <ac:spMkLst>
            <pc:docMk/>
            <pc:sldMk cId="3471210416" sldId="287"/>
            <ac:spMk id="5" creationId="{6D55368B-2892-042C-FC6C-F3DD01857F8C}"/>
          </ac:spMkLst>
        </pc:spChg>
        <pc:spChg chg="add del mod ord">
          <ac:chgData name="JAYA PRAKASH A" userId="c1b1acc7da6f1512" providerId="LiveId" clId="{A43201A1-F792-4A62-AEFB-FAABBD768F63}" dt="2026-01-25T12:25:30.304" v="959" actId="700"/>
          <ac:spMkLst>
            <pc:docMk/>
            <pc:sldMk cId="3471210416" sldId="287"/>
            <ac:spMk id="6" creationId="{7ABE8357-23D8-9E1C-585F-8F9294723DEF}"/>
          </ac:spMkLst>
        </pc:spChg>
        <pc:spChg chg="add del mod ord">
          <ac:chgData name="JAYA PRAKASH A" userId="c1b1acc7da6f1512" providerId="LiveId" clId="{A43201A1-F792-4A62-AEFB-FAABBD768F63}" dt="2026-01-25T12:25:33.937" v="960" actId="21"/>
          <ac:spMkLst>
            <pc:docMk/>
            <pc:sldMk cId="3471210416" sldId="287"/>
            <ac:spMk id="7" creationId="{DAC25653-1178-8894-B116-6D6BF2C6CF84}"/>
          </ac:spMkLst>
        </pc:spChg>
        <pc:spChg chg="add del mod ord">
          <ac:chgData name="JAYA PRAKASH A" userId="c1b1acc7da6f1512" providerId="LiveId" clId="{A43201A1-F792-4A62-AEFB-FAABBD768F63}" dt="2026-01-25T12:25:37.306" v="961" actId="21"/>
          <ac:spMkLst>
            <pc:docMk/>
            <pc:sldMk cId="3471210416" sldId="287"/>
            <ac:spMk id="8" creationId="{240E45E7-0E41-221A-B055-2227003245FB}"/>
          </ac:spMkLst>
        </pc:spChg>
      </pc:sldChg>
      <pc:sldMasterChg chg="modTransition modSldLayout">
        <pc:chgData name="JAYA PRAKASH A" userId="c1b1acc7da6f1512" providerId="LiveId" clId="{A43201A1-F792-4A62-AEFB-FAABBD768F63}" dt="2026-01-25T08:55:36.073" v="956"/>
        <pc:sldMasterMkLst>
          <pc:docMk/>
          <pc:sldMasterMk cId="2063915332" sldId="2147483840"/>
        </pc:sldMasterMkLst>
        <pc:sldLayoutChg chg="modTransition">
          <pc:chgData name="JAYA PRAKASH A" userId="c1b1acc7da6f1512" providerId="LiveId" clId="{A43201A1-F792-4A62-AEFB-FAABBD768F63}" dt="2026-01-25T08:55:36.073" v="956"/>
          <pc:sldLayoutMkLst>
            <pc:docMk/>
            <pc:sldMasterMk cId="2063915332" sldId="2147483840"/>
            <pc:sldLayoutMk cId="3572730628" sldId="2147483841"/>
          </pc:sldLayoutMkLst>
        </pc:sldLayoutChg>
        <pc:sldLayoutChg chg="modTransition">
          <pc:chgData name="JAYA PRAKASH A" userId="c1b1acc7da6f1512" providerId="LiveId" clId="{A43201A1-F792-4A62-AEFB-FAABBD768F63}" dt="2026-01-25T08:55:36.073" v="956"/>
          <pc:sldLayoutMkLst>
            <pc:docMk/>
            <pc:sldMasterMk cId="2063915332" sldId="2147483840"/>
            <pc:sldLayoutMk cId="2373622304" sldId="2147483842"/>
          </pc:sldLayoutMkLst>
        </pc:sldLayoutChg>
        <pc:sldLayoutChg chg="modTransition">
          <pc:chgData name="JAYA PRAKASH A" userId="c1b1acc7da6f1512" providerId="LiveId" clId="{A43201A1-F792-4A62-AEFB-FAABBD768F63}" dt="2026-01-25T08:55:36.073" v="956"/>
          <pc:sldLayoutMkLst>
            <pc:docMk/>
            <pc:sldMasterMk cId="2063915332" sldId="2147483840"/>
            <pc:sldLayoutMk cId="2308194107" sldId="2147483843"/>
          </pc:sldLayoutMkLst>
        </pc:sldLayoutChg>
        <pc:sldLayoutChg chg="modTransition">
          <pc:chgData name="JAYA PRAKASH A" userId="c1b1acc7da6f1512" providerId="LiveId" clId="{A43201A1-F792-4A62-AEFB-FAABBD768F63}" dt="2026-01-25T08:55:36.073" v="956"/>
          <pc:sldLayoutMkLst>
            <pc:docMk/>
            <pc:sldMasterMk cId="2063915332" sldId="2147483840"/>
            <pc:sldLayoutMk cId="477171422" sldId="2147483844"/>
          </pc:sldLayoutMkLst>
        </pc:sldLayoutChg>
        <pc:sldLayoutChg chg="modTransition">
          <pc:chgData name="JAYA PRAKASH A" userId="c1b1acc7da6f1512" providerId="LiveId" clId="{A43201A1-F792-4A62-AEFB-FAABBD768F63}" dt="2026-01-25T08:55:36.073" v="956"/>
          <pc:sldLayoutMkLst>
            <pc:docMk/>
            <pc:sldMasterMk cId="2063915332" sldId="2147483840"/>
            <pc:sldLayoutMk cId="95993379" sldId="2147483845"/>
          </pc:sldLayoutMkLst>
        </pc:sldLayoutChg>
        <pc:sldLayoutChg chg="modTransition">
          <pc:chgData name="JAYA PRAKASH A" userId="c1b1acc7da6f1512" providerId="LiveId" clId="{A43201A1-F792-4A62-AEFB-FAABBD768F63}" dt="2026-01-25T08:55:36.073" v="956"/>
          <pc:sldLayoutMkLst>
            <pc:docMk/>
            <pc:sldMasterMk cId="2063915332" sldId="2147483840"/>
            <pc:sldLayoutMk cId="2826480899" sldId="2147483846"/>
          </pc:sldLayoutMkLst>
        </pc:sldLayoutChg>
        <pc:sldLayoutChg chg="modTransition">
          <pc:chgData name="JAYA PRAKASH A" userId="c1b1acc7da6f1512" providerId="LiveId" clId="{A43201A1-F792-4A62-AEFB-FAABBD768F63}" dt="2026-01-25T08:55:36.073" v="956"/>
          <pc:sldLayoutMkLst>
            <pc:docMk/>
            <pc:sldMasterMk cId="2063915332" sldId="2147483840"/>
            <pc:sldLayoutMk cId="1719229193" sldId="2147483847"/>
          </pc:sldLayoutMkLst>
        </pc:sldLayoutChg>
        <pc:sldLayoutChg chg="modTransition">
          <pc:chgData name="JAYA PRAKASH A" userId="c1b1acc7da6f1512" providerId="LiveId" clId="{A43201A1-F792-4A62-AEFB-FAABBD768F63}" dt="2026-01-25T08:55:36.073" v="956"/>
          <pc:sldLayoutMkLst>
            <pc:docMk/>
            <pc:sldMasterMk cId="2063915332" sldId="2147483840"/>
            <pc:sldLayoutMk cId="4183431551" sldId="2147483858"/>
          </pc:sldLayoutMkLst>
        </pc:sldLayoutChg>
        <pc:sldLayoutChg chg="modTransition">
          <pc:chgData name="JAYA PRAKASH A" userId="c1b1acc7da6f1512" providerId="LiveId" clId="{A43201A1-F792-4A62-AEFB-FAABBD768F63}" dt="2026-01-25T08:55:36.073" v="956"/>
          <pc:sldLayoutMkLst>
            <pc:docMk/>
            <pc:sldMasterMk cId="2063915332" sldId="2147483840"/>
            <pc:sldLayoutMk cId="2579578858" sldId="2147483859"/>
          </pc:sldLayoutMkLst>
        </pc:sldLayoutChg>
        <pc:sldLayoutChg chg="modTransition">
          <pc:chgData name="JAYA PRAKASH A" userId="c1b1acc7da6f1512" providerId="LiveId" clId="{A43201A1-F792-4A62-AEFB-FAABBD768F63}" dt="2026-01-25T08:55:36.073" v="956"/>
          <pc:sldLayoutMkLst>
            <pc:docMk/>
            <pc:sldMasterMk cId="2063915332" sldId="2147483840"/>
            <pc:sldLayoutMk cId="3296259942" sldId="2147483860"/>
          </pc:sldLayoutMkLst>
        </pc:sldLayoutChg>
        <pc:sldLayoutChg chg="modTransition">
          <pc:chgData name="JAYA PRAKASH A" userId="c1b1acc7da6f1512" providerId="LiveId" clId="{A43201A1-F792-4A62-AEFB-FAABBD768F63}" dt="2026-01-25T08:55:36.073" v="956"/>
          <pc:sldLayoutMkLst>
            <pc:docMk/>
            <pc:sldMasterMk cId="2063915332" sldId="2147483840"/>
            <pc:sldLayoutMk cId="1820464185" sldId="2147483861"/>
          </pc:sldLayoutMkLst>
        </pc:sldLayoutChg>
        <pc:sldLayoutChg chg="modTransition">
          <pc:chgData name="JAYA PRAKASH A" userId="c1b1acc7da6f1512" providerId="LiveId" clId="{A43201A1-F792-4A62-AEFB-FAABBD768F63}" dt="2026-01-25T08:55:36.073" v="956"/>
          <pc:sldLayoutMkLst>
            <pc:docMk/>
            <pc:sldMasterMk cId="2063915332" sldId="2147483840"/>
            <pc:sldLayoutMk cId="3254131837" sldId="2147483862"/>
          </pc:sldLayoutMkLst>
        </pc:sldLayoutChg>
        <pc:sldLayoutChg chg="modTransition">
          <pc:chgData name="JAYA PRAKASH A" userId="c1b1acc7da6f1512" providerId="LiveId" clId="{A43201A1-F792-4A62-AEFB-FAABBD768F63}" dt="2026-01-25T08:55:36.073" v="956"/>
          <pc:sldLayoutMkLst>
            <pc:docMk/>
            <pc:sldMasterMk cId="2063915332" sldId="2147483840"/>
            <pc:sldLayoutMk cId="2929901043" sldId="2147483863"/>
          </pc:sldLayoutMkLst>
        </pc:sldLayoutChg>
        <pc:sldLayoutChg chg="modTransition">
          <pc:chgData name="JAYA PRAKASH A" userId="c1b1acc7da6f1512" providerId="LiveId" clId="{A43201A1-F792-4A62-AEFB-FAABBD768F63}" dt="2026-01-25T08:55:36.073" v="956"/>
          <pc:sldLayoutMkLst>
            <pc:docMk/>
            <pc:sldMasterMk cId="2063915332" sldId="2147483840"/>
            <pc:sldLayoutMk cId="2465061415" sldId="2147483864"/>
          </pc:sldLayoutMkLst>
        </pc:sldLayoutChg>
        <pc:sldLayoutChg chg="modTransition">
          <pc:chgData name="JAYA PRAKASH A" userId="c1b1acc7da6f1512" providerId="LiveId" clId="{A43201A1-F792-4A62-AEFB-FAABBD768F63}" dt="2026-01-25T08:55:36.073" v="956"/>
          <pc:sldLayoutMkLst>
            <pc:docMk/>
            <pc:sldMasterMk cId="2063915332" sldId="2147483840"/>
            <pc:sldLayoutMk cId="3397730760" sldId="2147483865"/>
          </pc:sldLayoutMkLst>
        </pc:sldLayoutChg>
        <pc:sldLayoutChg chg="modTransition">
          <pc:chgData name="JAYA PRAKASH A" userId="c1b1acc7da6f1512" providerId="LiveId" clId="{A43201A1-F792-4A62-AEFB-FAABBD768F63}" dt="2026-01-25T08:55:36.073" v="956"/>
          <pc:sldLayoutMkLst>
            <pc:docMk/>
            <pc:sldMasterMk cId="2063915332" sldId="2147483840"/>
            <pc:sldLayoutMk cId="3752974264" sldId="2147483866"/>
          </pc:sldLayoutMkLst>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A259BEA-82BC-4476-91F2-380E77DBADB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729DE9C3-2AB8-44E5-BCFE-5DD42DFC564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6D7858F-6309-4F09-BEA0-6CBF97E55806}" type="datetimeFigureOut">
              <a:rPr lang="en-US" smtClean="0"/>
              <a:t>25-Jan-26</a:t>
            </a:fld>
            <a:endParaRPr lang="en-US" dirty="0"/>
          </a:p>
        </p:txBody>
      </p:sp>
      <p:sp>
        <p:nvSpPr>
          <p:cNvPr id="4" name="Footer Placeholder 3">
            <a:extLst>
              <a:ext uri="{FF2B5EF4-FFF2-40B4-BE49-F238E27FC236}">
                <a16:creationId xmlns:a16="http://schemas.microsoft.com/office/drawing/2014/main" id="{5E1B971B-9BC3-41DB-91DC-F03F5C808D7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74A0720E-F4E2-435B-A885-9194BA30267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2F8AE00-5498-4F06-8655-F21703489BCA}" type="slidenum">
              <a:rPr lang="en-US" smtClean="0"/>
              <a:t>‹#›</a:t>
            </a:fld>
            <a:endParaRPr lang="en-US" dirty="0"/>
          </a:p>
        </p:txBody>
      </p:sp>
    </p:spTree>
    <p:extLst>
      <p:ext uri="{BB962C8B-B14F-4D97-AF65-F5344CB8AC3E}">
        <p14:creationId xmlns:p14="http://schemas.microsoft.com/office/powerpoint/2010/main" val="3773420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4F53C5D-CD12-6D4C-A980-0612968271E2}" type="datetimeFigureOut">
              <a:rPr lang="en-US" smtClean="0"/>
              <a:t>25-Jan-26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3F167F0-0840-1348-BFE4-C6298BBC0698}" type="slidenum">
              <a:rPr lang="en-US" smtClean="0"/>
              <a:t>‹#›</a:t>
            </a:fld>
            <a:endParaRPr lang="en-US" dirty="0"/>
          </a:p>
        </p:txBody>
      </p:sp>
    </p:spTree>
    <p:extLst>
      <p:ext uri="{BB962C8B-B14F-4D97-AF65-F5344CB8AC3E}">
        <p14:creationId xmlns:p14="http://schemas.microsoft.com/office/powerpoint/2010/main" val="14899047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Rectangle 7"/>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10"/>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2" name="Oval 11"/>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Oval 12"/>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noProof="0" dirty="0"/>
          </a:p>
        </p:txBody>
      </p:sp>
      <p:sp>
        <p:nvSpPr>
          <p:cNvPr id="15" name="Oval 14"/>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sp>
        <p:nvSpPr>
          <p:cNvPr id="2" name="Title 1"/>
          <p:cNvSpPr>
            <a:spLocks noGrp="1"/>
          </p:cNvSpPr>
          <p:nvPr userDrawn="1">
            <p:ph type="ctrTitle"/>
          </p:nvPr>
        </p:nvSpPr>
        <p:spPr>
          <a:xfrm>
            <a:off x="1154955" y="2099733"/>
            <a:ext cx="8825658" cy="2677648"/>
          </a:xfrm>
        </p:spPr>
        <p:txBody>
          <a:bodyPr anchor="b"/>
          <a:lstStyle>
            <a:lvl1pPr>
              <a:defRPr sz="5400"/>
            </a:lvl1pPr>
          </a:lstStyle>
          <a:p>
            <a:r>
              <a:rPr lang="en-US" noProof="0"/>
              <a:t>Click to edit Master title style</a:t>
            </a:r>
          </a:p>
        </p:txBody>
      </p:sp>
      <p:sp>
        <p:nvSpPr>
          <p:cNvPr id="3" name="Subtitle 2"/>
          <p:cNvSpPr>
            <a:spLocks noGrp="1"/>
          </p:cNvSpPr>
          <p:nvPr userDrawn="1">
            <p:ph type="subTitle" idx="1"/>
          </p:nvPr>
        </p:nvSpPr>
        <p:spPr>
          <a:xfrm>
            <a:off x="1154955" y="4777380"/>
            <a:ext cx="8825658" cy="861420"/>
          </a:xfrm>
        </p:spPr>
        <p:txBody>
          <a:bodyPr anchor="t"/>
          <a:lstStyle>
            <a:lvl1pPr marL="0" indent="0" algn="l">
              <a:buNone/>
              <a:defRPr cap="all">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noProof="0"/>
              <a:t>Click to edit Master subtitle style</a:t>
            </a:r>
          </a:p>
        </p:txBody>
      </p:sp>
      <p:sp>
        <p:nvSpPr>
          <p:cNvPr id="4" name="Date Placeholder 3"/>
          <p:cNvSpPr>
            <a:spLocks noGrp="1"/>
          </p:cNvSpPr>
          <p:nvPr userDrawn="1">
            <p:ph type="dt" sz="half" idx="10"/>
          </p:nvPr>
        </p:nvSpPr>
        <p:spPr>
          <a:xfrm rot="5400000">
            <a:off x="10089390" y="1792223"/>
            <a:ext cx="990599" cy="304799"/>
          </a:xfrm>
        </p:spPr>
        <p:txBody>
          <a:bodyPr anchor="t"/>
          <a:lstStyle>
            <a:lvl1pPr algn="l">
              <a:defRPr b="0" i="0">
                <a:solidFill>
                  <a:schemeClr val="bg1"/>
                </a:solidFill>
              </a:defRPr>
            </a:lvl1pPr>
          </a:lstStyle>
          <a:p>
            <a:fld id="{75D0B1B9-C7DF-F64A-B488-12B3D5090923}" type="datetime1">
              <a:rPr lang="en-US" noProof="0" smtClean="0"/>
              <a:t>25-Jan-26</a:t>
            </a:fld>
            <a:endParaRPr lang="en-US" noProof="0" dirty="0"/>
          </a:p>
        </p:txBody>
      </p:sp>
      <p:sp>
        <p:nvSpPr>
          <p:cNvPr id="5" name="Footer Placeholder 4"/>
          <p:cNvSpPr>
            <a:spLocks noGrp="1"/>
          </p:cNvSpPr>
          <p:nvPr userDrawn="1">
            <p:ph type="ftr" sz="quarter" idx="11"/>
          </p:nvPr>
        </p:nvSpPr>
        <p:spPr>
          <a:xfrm rot="5400000">
            <a:off x="8959592" y="3226820"/>
            <a:ext cx="3859795" cy="304801"/>
          </a:xfrm>
        </p:spPr>
        <p:txBody>
          <a:bodyPr/>
          <a:lstStyle>
            <a:lvl1pPr>
              <a:defRPr b="0" i="0">
                <a:solidFill>
                  <a:schemeClr val="bg1"/>
                </a:solidFill>
              </a:defRPr>
            </a:lvl1pPr>
          </a:lstStyle>
          <a:p>
            <a:endParaRPr lang="en-US" noProof="0" dirty="0"/>
          </a:p>
        </p:txBody>
      </p:sp>
      <p:sp>
        <p:nvSpPr>
          <p:cNvPr id="10" name="Rectangle 9"/>
          <p:cNvSpPr/>
          <p:nvPr userDrawn="1"/>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userDrawn="1">
            <p:ph type="sldNum" sz="quarter" idx="12"/>
          </p:nvPr>
        </p:nvSpPr>
        <p:spPr>
          <a:xfrm>
            <a:off x="10351008" y="292608"/>
            <a:ext cx="838199" cy="767687"/>
          </a:xfrm>
        </p:spPr>
        <p:txBody>
          <a:bodyPr/>
          <a:lstStyle>
            <a:lvl1pPr>
              <a:defRPr sz="2800" b="0" i="0">
                <a:latin typeface="+mj-lt"/>
              </a:defRPr>
            </a:lvl1pPr>
          </a:lstStyle>
          <a:p>
            <a:fld id="{9FF96B15-8338-45D5-A943-561235072D66}" type="slidenum">
              <a:rPr lang="en-US" noProof="0" smtClean="0"/>
              <a:t>‹#›</a:t>
            </a:fld>
            <a:endParaRPr lang="en-US" noProof="0" dirty="0"/>
          </a:p>
        </p:txBody>
      </p:sp>
    </p:spTree>
    <p:extLst>
      <p:ext uri="{BB962C8B-B14F-4D97-AF65-F5344CB8AC3E}">
        <p14:creationId xmlns:p14="http://schemas.microsoft.com/office/powerpoint/2010/main" val="3572730628"/>
      </p:ext>
    </p:extLst>
  </p:cSld>
  <p:clrMapOvr>
    <a:masterClrMapping/>
  </p:clrMapOvr>
  <mc:AlternateContent xmlns:mc="http://schemas.openxmlformats.org/markup-compatibility/2006" xmlns:p15="http://schemas.microsoft.com/office/powerpoint/2012/main">
    <mc:Choice Requires="p15">
      <p:transition spd="med">
        <p15:prstTrans prst="peelOff" invX="1"/>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a:t>Click to edit Master title style</a:t>
            </a:r>
          </a:p>
        </p:txBody>
      </p:sp>
      <p:sp>
        <p:nvSpPr>
          <p:cNvPr id="3" name="Content Placeholder 2"/>
          <p:cNvSpPr>
            <a:spLocks noGrp="1"/>
          </p:cNvSpPr>
          <p:nvPr>
            <p:ph idx="1"/>
          </p:nvPr>
        </p:nvSpPr>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Date Placeholder 3"/>
          <p:cNvSpPr>
            <a:spLocks noGrp="1"/>
          </p:cNvSpPr>
          <p:nvPr>
            <p:ph type="dt" sz="half" idx="10"/>
          </p:nvPr>
        </p:nvSpPr>
        <p:spPr/>
        <p:txBody>
          <a:bodyPr/>
          <a:lstStyle/>
          <a:p>
            <a:fld id="{06D41EE2-1449-2741-9D08-61623EFC2A0E}" type="datetime1">
              <a:rPr lang="en-US" noProof="0" smtClean="0"/>
              <a:t>25-Jan-26</a:t>
            </a:fld>
            <a:endParaRPr lang="en-US" noProof="0" dirty="0"/>
          </a:p>
        </p:txBody>
      </p:sp>
      <p:sp>
        <p:nvSpPr>
          <p:cNvPr id="5" name="Footer Placeholder 4"/>
          <p:cNvSpPr>
            <a:spLocks noGrp="1"/>
          </p:cNvSpPr>
          <p:nvPr>
            <p:ph type="ftr" sz="quarter" idx="11"/>
          </p:nvPr>
        </p:nvSpPr>
        <p:spPr/>
        <p:txBody>
          <a:bodyPr/>
          <a:lstStyle/>
          <a:p>
            <a:endParaRPr lang="en-US" noProof="0" dirty="0"/>
          </a:p>
        </p:txBody>
      </p:sp>
      <p:sp>
        <p:nvSpPr>
          <p:cNvPr id="6" name="Slide Number Placeholder 5"/>
          <p:cNvSpPr>
            <a:spLocks noGrp="1"/>
          </p:cNvSpPr>
          <p:nvPr>
            <p:ph type="sldNum" sz="quarter" idx="12"/>
          </p:nvPr>
        </p:nvSpPr>
        <p:spPr/>
        <p:txBody>
          <a:bodyPr/>
          <a:lstStyle/>
          <a:p>
            <a:fld id="{9FF96B15-8338-45D5-A943-561235072D66}" type="slidenum">
              <a:rPr lang="en-US" noProof="0" smtClean="0"/>
              <a:t>‹#›</a:t>
            </a:fld>
            <a:endParaRPr lang="en-US" noProof="0" dirty="0"/>
          </a:p>
        </p:txBody>
      </p:sp>
    </p:spTree>
    <p:extLst>
      <p:ext uri="{BB962C8B-B14F-4D97-AF65-F5344CB8AC3E}">
        <p14:creationId xmlns:p14="http://schemas.microsoft.com/office/powerpoint/2010/main" val="2373622304"/>
      </p:ext>
    </p:extLst>
  </p:cSld>
  <p:clrMapOvr>
    <a:masterClrMapping/>
  </p:clrMapOvr>
  <mc:AlternateContent xmlns:mc="http://schemas.openxmlformats.org/markup-compatibility/2006" xmlns:p15="http://schemas.microsoft.com/office/powerpoint/2012/main">
    <mc:Choice Requires="p15">
      <p:transition spd="med">
        <p15:prstTrans prst="peelOff" invX="1"/>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13" name="Group 12"/>
          <p:cNvGrpSpPr/>
          <p:nvPr/>
        </p:nvGrpSpPr>
        <p:grpSpPr>
          <a:xfrm>
            <a:off x="0" y="-2373"/>
            <a:ext cx="12192000" cy="6867027"/>
            <a:chOff x="0" y="-2373"/>
            <a:chExt cx="12192000" cy="6867027"/>
          </a:xfrm>
        </p:grpSpPr>
        <p:sp>
          <p:nvSpPr>
            <p:cNvPr id="11" name="Rectangle 10"/>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6" y="2677645"/>
            <a:ext cx="4351023" cy="2283824"/>
          </a:xfrm>
        </p:spPr>
        <p:txBody>
          <a:bodyPr anchor="ctr"/>
          <a:lstStyle>
            <a:lvl1pPr algn="l">
              <a:defRPr sz="4000" b="0" cap="none"/>
            </a:lvl1pPr>
          </a:lstStyle>
          <a:p>
            <a:r>
              <a:rPr lang="en-US" noProof="0"/>
              <a:t>Click to edit Master title style</a:t>
            </a:r>
          </a:p>
        </p:txBody>
      </p:sp>
      <p:sp>
        <p:nvSpPr>
          <p:cNvPr id="3" name="Text Placeholder 2"/>
          <p:cNvSpPr>
            <a:spLocks noGrp="1"/>
          </p:cNvSpPr>
          <p:nvPr>
            <p:ph type="body" idx="1"/>
          </p:nvPr>
        </p:nvSpPr>
        <p:spPr>
          <a:xfrm>
            <a:off x="6895558" y="2677644"/>
            <a:ext cx="3755379" cy="2283823"/>
          </a:xfrm>
        </p:spPr>
        <p:txBody>
          <a:bodyPr anchor="ctr"/>
          <a:lstStyle>
            <a:lvl1pPr marL="0" indent="0" algn="l">
              <a:buNone/>
              <a:defRPr sz="20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noProof="0"/>
              <a:t>Click to edit Master text styles</a:t>
            </a:r>
          </a:p>
        </p:txBody>
      </p:sp>
      <p:sp>
        <p:nvSpPr>
          <p:cNvPr id="4" name="Date Placeholder 3"/>
          <p:cNvSpPr>
            <a:spLocks noGrp="1"/>
          </p:cNvSpPr>
          <p:nvPr>
            <p:ph type="dt" sz="half" idx="10"/>
          </p:nvPr>
        </p:nvSpPr>
        <p:spPr/>
        <p:txBody>
          <a:bodyPr/>
          <a:lstStyle/>
          <a:p>
            <a:fld id="{9DAF7560-49B8-714F-A7F1-D946D3E64C23}" type="datetime1">
              <a:rPr lang="en-US" noProof="0" smtClean="0"/>
              <a:t>25-Jan-26</a:t>
            </a:fld>
            <a:endParaRPr lang="en-US" noProof="0" dirty="0"/>
          </a:p>
        </p:txBody>
      </p:sp>
      <p:sp>
        <p:nvSpPr>
          <p:cNvPr id="5" name="Footer Placeholder 4"/>
          <p:cNvSpPr>
            <a:spLocks noGrp="1"/>
          </p:cNvSpPr>
          <p:nvPr>
            <p:ph type="ftr" sz="quarter" idx="11"/>
          </p:nvPr>
        </p:nvSpPr>
        <p:spPr/>
        <p:txBody>
          <a:bodyPr/>
          <a:lstStyle/>
          <a:p>
            <a:endParaRPr lang="en-US" noProof="0" dirty="0"/>
          </a:p>
        </p:txBody>
      </p:sp>
      <p:sp>
        <p:nvSpPr>
          <p:cNvPr id="15" name="Rectangle 14"/>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9FF96B15-8338-45D5-A943-561235072D66}" type="slidenum">
              <a:rPr lang="en-US" noProof="0" smtClean="0"/>
              <a:t>‹#›</a:t>
            </a:fld>
            <a:endParaRPr lang="en-US" noProof="0" dirty="0"/>
          </a:p>
        </p:txBody>
      </p:sp>
    </p:spTree>
    <p:extLst>
      <p:ext uri="{BB962C8B-B14F-4D97-AF65-F5344CB8AC3E}">
        <p14:creationId xmlns:p14="http://schemas.microsoft.com/office/powerpoint/2010/main" val="2308194107"/>
      </p:ext>
    </p:extLst>
  </p:cSld>
  <p:clrMapOvr>
    <a:masterClrMapping/>
  </p:clrMapOvr>
  <mc:AlternateContent xmlns:mc="http://schemas.openxmlformats.org/markup-compatibility/2006" xmlns:p15="http://schemas.microsoft.com/office/powerpoint/2012/main">
    <mc:Choice Requires="p15">
      <p:transition spd="med">
        <p15:prstTrans prst="peelOff" invX="1"/>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Only - left">
    <p:spTree>
      <p:nvGrpSpPr>
        <p:cNvPr id="1" name=""/>
        <p:cNvGrpSpPr/>
        <p:nvPr/>
      </p:nvGrpSpPr>
      <p:grpSpPr>
        <a:xfrm>
          <a:off x="0" y="0"/>
          <a:ext cx="0" cy="0"/>
          <a:chOff x="0" y="0"/>
          <a:chExt cx="0" cy="0"/>
        </a:xfrm>
      </p:grpSpPr>
      <p:grpSp>
        <p:nvGrpSpPr>
          <p:cNvPr id="23" name="Group 22">
            <a:extLst>
              <a:ext uri="{FF2B5EF4-FFF2-40B4-BE49-F238E27FC236}">
                <a16:creationId xmlns:a16="http://schemas.microsoft.com/office/drawing/2014/main" id="{A9677FD5-9A91-4866-B075-6DDE16433AC7}"/>
              </a:ext>
            </a:extLst>
          </p:cNvPr>
          <p:cNvGrpSpPr/>
          <p:nvPr userDrawn="1"/>
        </p:nvGrpSpPr>
        <p:grpSpPr>
          <a:xfrm>
            <a:off x="16303" y="0"/>
            <a:ext cx="12192000" cy="6858000"/>
            <a:chOff x="16303" y="6430358"/>
            <a:chExt cx="12192000" cy="6858000"/>
          </a:xfrm>
        </p:grpSpPr>
        <p:sp>
          <p:nvSpPr>
            <p:cNvPr id="11" name="Rectangle 10"/>
            <p:cNvSpPr/>
            <p:nvPr/>
          </p:nvSpPr>
          <p:spPr>
            <a:xfrm>
              <a:off x="236937" y="6430358"/>
              <a:ext cx="5078012"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r="-140094"/>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Freeform 5"/>
            <p:cNvSpPr/>
            <p:nvPr/>
          </p:nvSpPr>
          <p:spPr bwMode="gray">
            <a:xfrm rot="15922489">
              <a:off x="3144589" y="8256436"/>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rot="16200000">
              <a:off x="2233481" y="9232079"/>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16303" y="6431945"/>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6" y="2287088"/>
            <a:ext cx="3438881" cy="2283824"/>
          </a:xfrm>
        </p:spPr>
        <p:txBody>
          <a:bodyPr anchor="ctr"/>
          <a:lstStyle>
            <a:lvl1pPr algn="l">
              <a:defRPr sz="2300" b="0" cap="none"/>
            </a:lvl1pPr>
          </a:lstStyle>
          <a:p>
            <a:r>
              <a:rPr lang="en-US" noProof="0"/>
              <a:t>Click to edit Master title style</a:t>
            </a:r>
          </a:p>
        </p:txBody>
      </p:sp>
      <p:sp>
        <p:nvSpPr>
          <p:cNvPr id="4" name="Date Placeholder 3"/>
          <p:cNvSpPr>
            <a:spLocks noGrp="1"/>
          </p:cNvSpPr>
          <p:nvPr>
            <p:ph type="dt" sz="half" idx="10"/>
          </p:nvPr>
        </p:nvSpPr>
        <p:spPr/>
        <p:txBody>
          <a:bodyPr/>
          <a:lstStyle/>
          <a:p>
            <a:fld id="{7DD9237C-03C9-D843-906B-96D98C6B2D61}" type="datetime1">
              <a:rPr lang="en-US" noProof="0" smtClean="0"/>
              <a:t>25-Jan-26</a:t>
            </a:fld>
            <a:endParaRPr lang="en-US" noProof="0" dirty="0"/>
          </a:p>
        </p:txBody>
      </p:sp>
      <p:sp>
        <p:nvSpPr>
          <p:cNvPr id="5" name="Footer Placeholder 4"/>
          <p:cNvSpPr>
            <a:spLocks noGrp="1"/>
          </p:cNvSpPr>
          <p:nvPr>
            <p:ph type="ftr" sz="quarter" idx="11"/>
          </p:nvPr>
        </p:nvSpPr>
        <p:spPr/>
        <p:txBody>
          <a:bodyPr/>
          <a:lstStyle/>
          <a:p>
            <a:endParaRPr lang="en-US" noProof="0" dirty="0"/>
          </a:p>
        </p:txBody>
      </p:sp>
      <p:sp>
        <p:nvSpPr>
          <p:cNvPr id="15" name="Rectangle 14"/>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9FF96B15-8338-45D5-A943-561235072D66}" type="slidenum">
              <a:rPr lang="en-US" noProof="0" smtClean="0"/>
              <a:t>‹#›</a:t>
            </a:fld>
            <a:endParaRPr lang="en-US" noProof="0" dirty="0"/>
          </a:p>
        </p:txBody>
      </p:sp>
    </p:spTree>
    <p:extLst>
      <p:ext uri="{BB962C8B-B14F-4D97-AF65-F5344CB8AC3E}">
        <p14:creationId xmlns:p14="http://schemas.microsoft.com/office/powerpoint/2010/main" val="2579578858"/>
      </p:ext>
    </p:extLst>
  </p:cSld>
  <p:clrMapOvr>
    <a:masterClrMapping/>
  </p:clrMapOvr>
  <mc:AlternateContent xmlns:mc="http://schemas.openxmlformats.org/markup-compatibility/2006" xmlns:p15="http://schemas.microsoft.com/office/powerpoint/2012/main">
    <mc:Choice Requires="p15">
      <p:transition spd="med">
        <p15:prstTrans prst="peelOff" invX="1"/>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Bullets as Icons 5X Vertical">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5B480622-FB8F-493B-9965-971B07D752E2}"/>
              </a:ext>
            </a:extLst>
          </p:cNvPr>
          <p:cNvSpPr>
            <a:spLocks noGrp="1"/>
          </p:cNvSpPr>
          <p:nvPr>
            <p:ph type="body" sz="quarter" idx="13" hasCustomPrompt="1"/>
          </p:nvPr>
        </p:nvSpPr>
        <p:spPr>
          <a:xfrm>
            <a:off x="6792913" y="1748812"/>
            <a:ext cx="3852000" cy="720000"/>
          </a:xfrm>
          <a:prstGeom prst="roundRect">
            <a:avLst/>
          </a:prstGeom>
          <a:solidFill>
            <a:schemeClr val="bg1">
              <a:lumMod val="95000"/>
            </a:schemeClr>
          </a:solidFill>
          <a:ln w="31750">
            <a:solidFill>
              <a:schemeClr val="accent1"/>
            </a:solidFill>
          </a:ln>
        </p:spPr>
        <p:txBody>
          <a:bodyPr anchor="ctr">
            <a:normAutofit/>
          </a:bodyPr>
          <a:lstStyle>
            <a:lvl1pPr marL="0" indent="0">
              <a:buNone/>
              <a:defRPr sz="2100">
                <a:solidFill>
                  <a:schemeClr val="tx1"/>
                </a:solidFill>
              </a:defRPr>
            </a:lvl1pPr>
          </a:lstStyle>
          <a:p>
            <a:pPr lvl="0"/>
            <a:r>
              <a:rPr lang="en-US" noProof="0"/>
              <a:t>Text Item</a:t>
            </a:r>
          </a:p>
        </p:txBody>
      </p:sp>
      <p:sp>
        <p:nvSpPr>
          <p:cNvPr id="16" name="Text Placeholder 9">
            <a:extLst>
              <a:ext uri="{FF2B5EF4-FFF2-40B4-BE49-F238E27FC236}">
                <a16:creationId xmlns:a16="http://schemas.microsoft.com/office/drawing/2014/main" id="{2C5BC223-8B87-4685-A901-71B07847E41C}"/>
              </a:ext>
            </a:extLst>
          </p:cNvPr>
          <p:cNvSpPr>
            <a:spLocks noGrp="1"/>
          </p:cNvSpPr>
          <p:nvPr>
            <p:ph type="body" sz="quarter" idx="14" hasCustomPrompt="1"/>
          </p:nvPr>
        </p:nvSpPr>
        <p:spPr>
          <a:xfrm>
            <a:off x="6792913" y="2561156"/>
            <a:ext cx="3852000" cy="720000"/>
          </a:xfrm>
          <a:prstGeom prst="roundRect">
            <a:avLst/>
          </a:prstGeom>
          <a:solidFill>
            <a:schemeClr val="bg1">
              <a:lumMod val="95000"/>
            </a:schemeClr>
          </a:solidFill>
          <a:ln w="31750">
            <a:solidFill>
              <a:schemeClr val="accent2"/>
            </a:solidFill>
          </a:ln>
        </p:spPr>
        <p:txBody>
          <a:bodyPr anchor="ctr">
            <a:normAutofit/>
          </a:bodyPr>
          <a:lstStyle>
            <a:lvl1pPr marL="0" indent="0">
              <a:buNone/>
              <a:defRPr sz="2100">
                <a:solidFill>
                  <a:schemeClr val="tx1"/>
                </a:solidFill>
              </a:defRPr>
            </a:lvl1pPr>
          </a:lstStyle>
          <a:p>
            <a:pPr lvl="0"/>
            <a:r>
              <a:rPr lang="en-US" noProof="0"/>
              <a:t>Text Item</a:t>
            </a:r>
          </a:p>
        </p:txBody>
      </p:sp>
      <p:sp>
        <p:nvSpPr>
          <p:cNvPr id="17" name="Text Placeholder 9">
            <a:extLst>
              <a:ext uri="{FF2B5EF4-FFF2-40B4-BE49-F238E27FC236}">
                <a16:creationId xmlns:a16="http://schemas.microsoft.com/office/drawing/2014/main" id="{1AE3DDF2-FC22-4381-9763-408FEF9648BD}"/>
              </a:ext>
            </a:extLst>
          </p:cNvPr>
          <p:cNvSpPr>
            <a:spLocks noGrp="1"/>
          </p:cNvSpPr>
          <p:nvPr>
            <p:ph type="body" sz="quarter" idx="15" hasCustomPrompt="1"/>
          </p:nvPr>
        </p:nvSpPr>
        <p:spPr>
          <a:xfrm>
            <a:off x="6792913" y="3373501"/>
            <a:ext cx="3852000" cy="720000"/>
          </a:xfrm>
          <a:prstGeom prst="roundRect">
            <a:avLst/>
          </a:prstGeom>
          <a:solidFill>
            <a:schemeClr val="bg1">
              <a:lumMod val="95000"/>
            </a:schemeClr>
          </a:solidFill>
          <a:ln w="31750">
            <a:solidFill>
              <a:schemeClr val="accent3"/>
            </a:solidFill>
          </a:ln>
        </p:spPr>
        <p:txBody>
          <a:bodyPr anchor="ctr">
            <a:normAutofit/>
          </a:bodyPr>
          <a:lstStyle>
            <a:lvl1pPr marL="0" indent="0">
              <a:buNone/>
              <a:defRPr sz="2100">
                <a:solidFill>
                  <a:schemeClr val="tx1"/>
                </a:solidFill>
              </a:defRPr>
            </a:lvl1pPr>
          </a:lstStyle>
          <a:p>
            <a:pPr lvl="0"/>
            <a:r>
              <a:rPr lang="en-US" noProof="0"/>
              <a:t>Text Item</a:t>
            </a:r>
          </a:p>
        </p:txBody>
      </p:sp>
      <p:sp>
        <p:nvSpPr>
          <p:cNvPr id="18" name="Text Placeholder 9">
            <a:extLst>
              <a:ext uri="{FF2B5EF4-FFF2-40B4-BE49-F238E27FC236}">
                <a16:creationId xmlns:a16="http://schemas.microsoft.com/office/drawing/2014/main" id="{6170A2BF-28BF-4B27-B92D-B1423601B767}"/>
              </a:ext>
            </a:extLst>
          </p:cNvPr>
          <p:cNvSpPr>
            <a:spLocks noGrp="1"/>
          </p:cNvSpPr>
          <p:nvPr>
            <p:ph type="body" sz="quarter" idx="16" hasCustomPrompt="1"/>
          </p:nvPr>
        </p:nvSpPr>
        <p:spPr>
          <a:xfrm>
            <a:off x="6792913" y="4185846"/>
            <a:ext cx="3852000" cy="720000"/>
          </a:xfrm>
          <a:prstGeom prst="roundRect">
            <a:avLst/>
          </a:prstGeom>
          <a:solidFill>
            <a:schemeClr val="bg1">
              <a:lumMod val="95000"/>
            </a:schemeClr>
          </a:solidFill>
          <a:ln w="31750">
            <a:solidFill>
              <a:schemeClr val="accent4"/>
            </a:solidFill>
          </a:ln>
        </p:spPr>
        <p:txBody>
          <a:bodyPr anchor="ctr">
            <a:normAutofit/>
          </a:bodyPr>
          <a:lstStyle>
            <a:lvl1pPr marL="0" indent="0">
              <a:buNone/>
              <a:defRPr sz="2100">
                <a:solidFill>
                  <a:schemeClr val="tx1"/>
                </a:solidFill>
              </a:defRPr>
            </a:lvl1pPr>
          </a:lstStyle>
          <a:p>
            <a:pPr lvl="0"/>
            <a:r>
              <a:rPr lang="en-US" noProof="0"/>
              <a:t>Text Item</a:t>
            </a:r>
          </a:p>
        </p:txBody>
      </p:sp>
      <p:sp>
        <p:nvSpPr>
          <p:cNvPr id="19" name="Text Placeholder 9">
            <a:extLst>
              <a:ext uri="{FF2B5EF4-FFF2-40B4-BE49-F238E27FC236}">
                <a16:creationId xmlns:a16="http://schemas.microsoft.com/office/drawing/2014/main" id="{2DB1D08C-9D26-4EC5-B935-D6A265A2A672}"/>
              </a:ext>
            </a:extLst>
          </p:cNvPr>
          <p:cNvSpPr>
            <a:spLocks noGrp="1"/>
          </p:cNvSpPr>
          <p:nvPr>
            <p:ph type="body" sz="quarter" idx="17" hasCustomPrompt="1"/>
          </p:nvPr>
        </p:nvSpPr>
        <p:spPr>
          <a:xfrm>
            <a:off x="6792913" y="4998190"/>
            <a:ext cx="3852000" cy="720000"/>
          </a:xfrm>
          <a:prstGeom prst="roundRect">
            <a:avLst/>
          </a:prstGeom>
          <a:solidFill>
            <a:schemeClr val="bg1">
              <a:lumMod val="95000"/>
            </a:schemeClr>
          </a:solidFill>
          <a:ln w="31750">
            <a:solidFill>
              <a:schemeClr val="accent6"/>
            </a:solidFill>
          </a:ln>
        </p:spPr>
        <p:txBody>
          <a:bodyPr anchor="ctr">
            <a:normAutofit/>
          </a:bodyPr>
          <a:lstStyle>
            <a:lvl1pPr marL="0" indent="0">
              <a:buNone/>
              <a:defRPr sz="2100">
                <a:solidFill>
                  <a:schemeClr val="tx1"/>
                </a:solidFill>
              </a:defRPr>
            </a:lvl1pPr>
          </a:lstStyle>
          <a:p>
            <a:pPr lvl="0"/>
            <a:r>
              <a:rPr lang="en-US" noProof="0"/>
              <a:t>Text Item</a:t>
            </a:r>
          </a:p>
        </p:txBody>
      </p:sp>
      <p:grpSp>
        <p:nvGrpSpPr>
          <p:cNvPr id="23" name="Group 22">
            <a:extLst>
              <a:ext uri="{FF2B5EF4-FFF2-40B4-BE49-F238E27FC236}">
                <a16:creationId xmlns:a16="http://schemas.microsoft.com/office/drawing/2014/main" id="{A9677FD5-9A91-4866-B075-6DDE16433AC7}"/>
              </a:ext>
            </a:extLst>
          </p:cNvPr>
          <p:cNvGrpSpPr/>
          <p:nvPr userDrawn="1"/>
        </p:nvGrpSpPr>
        <p:grpSpPr>
          <a:xfrm>
            <a:off x="16303" y="0"/>
            <a:ext cx="12192000" cy="6858000"/>
            <a:chOff x="16303" y="6430358"/>
            <a:chExt cx="12192000" cy="6858000"/>
          </a:xfrm>
        </p:grpSpPr>
        <p:sp>
          <p:nvSpPr>
            <p:cNvPr id="11" name="Rectangle 10"/>
            <p:cNvSpPr/>
            <p:nvPr/>
          </p:nvSpPr>
          <p:spPr>
            <a:xfrm>
              <a:off x="236937" y="6430358"/>
              <a:ext cx="5078012"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r="-140094"/>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Freeform 5"/>
            <p:cNvSpPr/>
            <p:nvPr/>
          </p:nvSpPr>
          <p:spPr bwMode="gray">
            <a:xfrm rot="15922489">
              <a:off x="3144589" y="8256436"/>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rot="16200000">
              <a:off x="2233481" y="9232079"/>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16303" y="6431945"/>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6" y="2287088"/>
            <a:ext cx="3438881" cy="2283824"/>
          </a:xfrm>
        </p:spPr>
        <p:txBody>
          <a:bodyPr anchor="ctr"/>
          <a:lstStyle>
            <a:lvl1pPr algn="l">
              <a:defRPr sz="2300" b="0" cap="none"/>
            </a:lvl1pPr>
          </a:lstStyle>
          <a:p>
            <a:r>
              <a:rPr lang="en-US" noProof="0"/>
              <a:t>Click to edit Master title style</a:t>
            </a:r>
          </a:p>
        </p:txBody>
      </p:sp>
      <p:sp>
        <p:nvSpPr>
          <p:cNvPr id="4" name="Date Placeholder 3"/>
          <p:cNvSpPr>
            <a:spLocks noGrp="1"/>
          </p:cNvSpPr>
          <p:nvPr>
            <p:ph type="dt" sz="half" idx="10"/>
          </p:nvPr>
        </p:nvSpPr>
        <p:spPr/>
        <p:txBody>
          <a:bodyPr/>
          <a:lstStyle/>
          <a:p>
            <a:fld id="{397BD2BD-1F35-9841-A6BF-76BE540EE01F}" type="datetime1">
              <a:rPr lang="en-US" noProof="0" smtClean="0"/>
              <a:t>25-Jan-26</a:t>
            </a:fld>
            <a:endParaRPr lang="en-US" noProof="0" dirty="0"/>
          </a:p>
        </p:txBody>
      </p:sp>
      <p:sp>
        <p:nvSpPr>
          <p:cNvPr id="5" name="Footer Placeholder 4"/>
          <p:cNvSpPr>
            <a:spLocks noGrp="1"/>
          </p:cNvSpPr>
          <p:nvPr>
            <p:ph type="ftr" sz="quarter" idx="11"/>
          </p:nvPr>
        </p:nvSpPr>
        <p:spPr/>
        <p:txBody>
          <a:bodyPr/>
          <a:lstStyle/>
          <a:p>
            <a:endParaRPr lang="en-US" noProof="0" dirty="0"/>
          </a:p>
        </p:txBody>
      </p:sp>
      <p:sp>
        <p:nvSpPr>
          <p:cNvPr id="15" name="Rectangle 14"/>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9FF96B15-8338-45D5-A943-561235072D66}" type="slidenum">
              <a:rPr lang="en-US" noProof="0" smtClean="0"/>
              <a:t>‹#›</a:t>
            </a:fld>
            <a:endParaRPr lang="en-US" noProof="0" dirty="0"/>
          </a:p>
        </p:txBody>
      </p:sp>
      <p:sp>
        <p:nvSpPr>
          <p:cNvPr id="14" name="Picture Placeholder 13">
            <a:extLst>
              <a:ext uri="{FF2B5EF4-FFF2-40B4-BE49-F238E27FC236}">
                <a16:creationId xmlns:a16="http://schemas.microsoft.com/office/drawing/2014/main" id="{9DDAF6ED-5E16-4D29-98B7-FB80DB3AAFEC}"/>
              </a:ext>
            </a:extLst>
          </p:cNvPr>
          <p:cNvSpPr>
            <a:spLocks noGrp="1"/>
          </p:cNvSpPr>
          <p:nvPr>
            <p:ph type="pic" sz="quarter" idx="18" hasCustomPrompt="1"/>
          </p:nvPr>
        </p:nvSpPr>
        <p:spPr>
          <a:xfrm>
            <a:off x="5870575" y="1840504"/>
            <a:ext cx="536616" cy="536616"/>
          </a:xfrm>
        </p:spPr>
        <p:txBody>
          <a:bodyPr lIns="0" tIns="0" rIns="0" bIns="0" anchor="ctr">
            <a:normAutofit/>
          </a:bodyPr>
          <a:lstStyle>
            <a:lvl1pPr marL="0" indent="0" algn="ctr">
              <a:buNone/>
              <a:defRPr sz="1100" i="1"/>
            </a:lvl1pPr>
          </a:lstStyle>
          <a:p>
            <a:r>
              <a:rPr lang="en-US" noProof="0" dirty="0"/>
              <a:t>Icon</a:t>
            </a:r>
          </a:p>
        </p:txBody>
      </p:sp>
      <p:sp>
        <p:nvSpPr>
          <p:cNvPr id="21" name="Picture Placeholder 13">
            <a:extLst>
              <a:ext uri="{FF2B5EF4-FFF2-40B4-BE49-F238E27FC236}">
                <a16:creationId xmlns:a16="http://schemas.microsoft.com/office/drawing/2014/main" id="{8C305CB7-F303-430E-951A-7FC6F97062AA}"/>
              </a:ext>
            </a:extLst>
          </p:cNvPr>
          <p:cNvSpPr>
            <a:spLocks noGrp="1"/>
          </p:cNvSpPr>
          <p:nvPr>
            <p:ph type="pic" sz="quarter" idx="19" hasCustomPrompt="1"/>
          </p:nvPr>
        </p:nvSpPr>
        <p:spPr>
          <a:xfrm>
            <a:off x="5870575" y="2652849"/>
            <a:ext cx="536616" cy="536616"/>
          </a:xfrm>
        </p:spPr>
        <p:txBody>
          <a:bodyPr lIns="0" tIns="0" rIns="0" bIns="0" anchor="ctr">
            <a:normAutofit/>
          </a:bodyPr>
          <a:lstStyle>
            <a:lvl1pPr marL="0" indent="0" algn="ctr">
              <a:buNone/>
              <a:defRPr sz="1100" i="1"/>
            </a:lvl1pPr>
          </a:lstStyle>
          <a:p>
            <a:r>
              <a:rPr lang="en-US" noProof="0" dirty="0"/>
              <a:t>Icon</a:t>
            </a:r>
          </a:p>
        </p:txBody>
      </p:sp>
      <p:sp>
        <p:nvSpPr>
          <p:cNvPr id="22" name="Picture Placeholder 13">
            <a:extLst>
              <a:ext uri="{FF2B5EF4-FFF2-40B4-BE49-F238E27FC236}">
                <a16:creationId xmlns:a16="http://schemas.microsoft.com/office/drawing/2014/main" id="{84D427E5-ED69-4A46-A9B7-F4DC4466F320}"/>
              </a:ext>
            </a:extLst>
          </p:cNvPr>
          <p:cNvSpPr>
            <a:spLocks noGrp="1"/>
          </p:cNvSpPr>
          <p:nvPr>
            <p:ph type="pic" sz="quarter" idx="20" hasCustomPrompt="1"/>
          </p:nvPr>
        </p:nvSpPr>
        <p:spPr>
          <a:xfrm>
            <a:off x="5870575" y="3465194"/>
            <a:ext cx="536616" cy="536616"/>
          </a:xfrm>
        </p:spPr>
        <p:txBody>
          <a:bodyPr lIns="0" tIns="0" rIns="0" bIns="0" anchor="ctr">
            <a:normAutofit/>
          </a:bodyPr>
          <a:lstStyle>
            <a:lvl1pPr marL="0" indent="0" algn="ctr">
              <a:buNone/>
              <a:defRPr sz="1100" i="1"/>
            </a:lvl1pPr>
          </a:lstStyle>
          <a:p>
            <a:r>
              <a:rPr lang="en-US" noProof="0" dirty="0"/>
              <a:t>Icon</a:t>
            </a:r>
          </a:p>
        </p:txBody>
      </p:sp>
      <p:sp>
        <p:nvSpPr>
          <p:cNvPr id="24" name="Picture Placeholder 13">
            <a:extLst>
              <a:ext uri="{FF2B5EF4-FFF2-40B4-BE49-F238E27FC236}">
                <a16:creationId xmlns:a16="http://schemas.microsoft.com/office/drawing/2014/main" id="{3DDA902F-61D6-4F1C-86C6-D1F5584AE8B3}"/>
              </a:ext>
            </a:extLst>
          </p:cNvPr>
          <p:cNvSpPr>
            <a:spLocks noGrp="1"/>
          </p:cNvSpPr>
          <p:nvPr>
            <p:ph type="pic" sz="quarter" idx="21" hasCustomPrompt="1"/>
          </p:nvPr>
        </p:nvSpPr>
        <p:spPr>
          <a:xfrm>
            <a:off x="5870575" y="4277539"/>
            <a:ext cx="536616" cy="536616"/>
          </a:xfrm>
        </p:spPr>
        <p:txBody>
          <a:bodyPr lIns="0" tIns="0" rIns="0" bIns="0" anchor="ctr">
            <a:normAutofit/>
          </a:bodyPr>
          <a:lstStyle>
            <a:lvl1pPr marL="0" indent="0" algn="ctr">
              <a:buNone/>
              <a:defRPr sz="1100" i="1"/>
            </a:lvl1pPr>
          </a:lstStyle>
          <a:p>
            <a:r>
              <a:rPr lang="en-US" noProof="0" dirty="0"/>
              <a:t>Icon</a:t>
            </a:r>
          </a:p>
        </p:txBody>
      </p:sp>
      <p:sp>
        <p:nvSpPr>
          <p:cNvPr id="26" name="Picture Placeholder 13">
            <a:extLst>
              <a:ext uri="{FF2B5EF4-FFF2-40B4-BE49-F238E27FC236}">
                <a16:creationId xmlns:a16="http://schemas.microsoft.com/office/drawing/2014/main" id="{D8B6871A-9C69-4437-A5AD-A0400BAF2C6D}"/>
              </a:ext>
            </a:extLst>
          </p:cNvPr>
          <p:cNvSpPr>
            <a:spLocks noGrp="1"/>
          </p:cNvSpPr>
          <p:nvPr>
            <p:ph type="pic" sz="quarter" idx="23" hasCustomPrompt="1"/>
          </p:nvPr>
        </p:nvSpPr>
        <p:spPr>
          <a:xfrm>
            <a:off x="5870575" y="5089882"/>
            <a:ext cx="536616" cy="536616"/>
          </a:xfrm>
        </p:spPr>
        <p:txBody>
          <a:bodyPr lIns="0" tIns="0" rIns="0" bIns="0" anchor="ctr">
            <a:normAutofit/>
          </a:bodyPr>
          <a:lstStyle>
            <a:lvl1pPr marL="0" indent="0" algn="ctr">
              <a:buNone/>
              <a:defRPr sz="1100" i="1"/>
            </a:lvl1pPr>
          </a:lstStyle>
          <a:p>
            <a:r>
              <a:rPr lang="en-US" noProof="0" dirty="0"/>
              <a:t>Icon</a:t>
            </a:r>
          </a:p>
        </p:txBody>
      </p:sp>
    </p:spTree>
    <p:extLst>
      <p:ext uri="{BB962C8B-B14F-4D97-AF65-F5344CB8AC3E}">
        <p14:creationId xmlns:p14="http://schemas.microsoft.com/office/powerpoint/2010/main" val="3296259942"/>
      </p:ext>
    </p:extLst>
  </p:cSld>
  <p:clrMapOvr>
    <a:masterClrMapping/>
  </p:clrMapOvr>
  <mc:AlternateContent xmlns:mc="http://schemas.openxmlformats.org/markup-compatibility/2006" xmlns:p15="http://schemas.microsoft.com/office/powerpoint/2012/main">
    <mc:Choice Requires="p15">
      <p:transition spd="med">
        <p15:prstTrans prst="peelOff" invX="1"/>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4 Icon Bullets Vertical Light">
    <p:spTree>
      <p:nvGrpSpPr>
        <p:cNvPr id="1" name=""/>
        <p:cNvGrpSpPr/>
        <p:nvPr/>
      </p:nvGrpSpPr>
      <p:grpSpPr>
        <a:xfrm>
          <a:off x="0" y="0"/>
          <a:ext cx="0" cy="0"/>
          <a:chOff x="0" y="0"/>
          <a:chExt cx="0" cy="0"/>
        </a:xfrm>
      </p:grpSpPr>
      <p:sp>
        <p:nvSpPr>
          <p:cNvPr id="31" name="Oval 30">
            <a:extLst>
              <a:ext uri="{FF2B5EF4-FFF2-40B4-BE49-F238E27FC236}">
                <a16:creationId xmlns:a16="http://schemas.microsoft.com/office/drawing/2014/main" id="{B8ACAEC3-8D8C-3848-8630-7A0DFF3F6116}"/>
              </a:ext>
            </a:extLst>
          </p:cNvPr>
          <p:cNvSpPr>
            <a:spLocks noChangeAspect="1"/>
          </p:cNvSpPr>
          <p:nvPr userDrawn="1"/>
        </p:nvSpPr>
        <p:spPr>
          <a:xfrm>
            <a:off x="8699143" y="3702940"/>
            <a:ext cx="1261872" cy="1261872"/>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2" name="Picture Placeholder 9">
            <a:extLst>
              <a:ext uri="{FF2B5EF4-FFF2-40B4-BE49-F238E27FC236}">
                <a16:creationId xmlns:a16="http://schemas.microsoft.com/office/drawing/2014/main" id="{CC12BEA0-F502-0646-A370-7ECF194608D0}"/>
              </a:ext>
            </a:extLst>
          </p:cNvPr>
          <p:cNvSpPr>
            <a:spLocks noGrp="1"/>
          </p:cNvSpPr>
          <p:nvPr>
            <p:ph type="pic" sz="quarter" idx="24" hasCustomPrompt="1"/>
          </p:nvPr>
        </p:nvSpPr>
        <p:spPr>
          <a:xfrm>
            <a:off x="8865103" y="3869836"/>
            <a:ext cx="929952" cy="929952"/>
          </a:xfrm>
          <a:prstGeom prst="ellipse">
            <a:avLst/>
          </a:prstGeom>
          <a:noFill/>
          <a:effectLst/>
        </p:spPr>
        <p:txBody>
          <a:bodyPr anchor="ctr">
            <a:normAutofit/>
          </a:bodyPr>
          <a:lstStyle>
            <a:lvl1pPr marL="0" indent="0" algn="ctr">
              <a:buNone/>
              <a:defRPr sz="1200" i="1"/>
            </a:lvl1pPr>
          </a:lstStyle>
          <a:p>
            <a:r>
              <a:rPr lang="en-US" noProof="0" dirty="0"/>
              <a:t>Select Icon</a:t>
            </a:r>
          </a:p>
        </p:txBody>
      </p:sp>
      <p:sp>
        <p:nvSpPr>
          <p:cNvPr id="29" name="Oval 28">
            <a:extLst>
              <a:ext uri="{FF2B5EF4-FFF2-40B4-BE49-F238E27FC236}">
                <a16:creationId xmlns:a16="http://schemas.microsoft.com/office/drawing/2014/main" id="{D58C6160-632A-B540-A7E5-81F40CEC1FE7}"/>
              </a:ext>
            </a:extLst>
          </p:cNvPr>
          <p:cNvSpPr>
            <a:spLocks noChangeAspect="1"/>
          </p:cNvSpPr>
          <p:nvPr userDrawn="1"/>
        </p:nvSpPr>
        <p:spPr>
          <a:xfrm>
            <a:off x="6287247" y="3706777"/>
            <a:ext cx="1261872" cy="1261872"/>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0" name="Picture Placeholder 9">
            <a:extLst>
              <a:ext uri="{FF2B5EF4-FFF2-40B4-BE49-F238E27FC236}">
                <a16:creationId xmlns:a16="http://schemas.microsoft.com/office/drawing/2014/main" id="{EB2FEBB6-C1E0-0D47-8CCC-05EE2F756590}"/>
              </a:ext>
            </a:extLst>
          </p:cNvPr>
          <p:cNvSpPr>
            <a:spLocks noGrp="1"/>
          </p:cNvSpPr>
          <p:nvPr>
            <p:ph type="pic" sz="quarter" idx="23" hasCustomPrompt="1"/>
          </p:nvPr>
        </p:nvSpPr>
        <p:spPr>
          <a:xfrm>
            <a:off x="6452271" y="3873673"/>
            <a:ext cx="929952" cy="929952"/>
          </a:xfrm>
          <a:prstGeom prst="ellipse">
            <a:avLst/>
          </a:prstGeom>
          <a:noFill/>
          <a:effectLst/>
        </p:spPr>
        <p:txBody>
          <a:bodyPr anchor="ctr">
            <a:normAutofit/>
          </a:bodyPr>
          <a:lstStyle>
            <a:lvl1pPr marL="0" indent="0" algn="ctr">
              <a:buNone/>
              <a:defRPr sz="1200" i="1"/>
            </a:lvl1pPr>
          </a:lstStyle>
          <a:p>
            <a:r>
              <a:rPr lang="en-US" noProof="0" dirty="0"/>
              <a:t>Select Icon</a:t>
            </a:r>
          </a:p>
        </p:txBody>
      </p:sp>
      <p:sp>
        <p:nvSpPr>
          <p:cNvPr id="22" name="Oval 21">
            <a:extLst>
              <a:ext uri="{FF2B5EF4-FFF2-40B4-BE49-F238E27FC236}">
                <a16:creationId xmlns:a16="http://schemas.microsoft.com/office/drawing/2014/main" id="{7215E544-9553-AC42-B5C3-F7AE9AD6D815}"/>
              </a:ext>
            </a:extLst>
          </p:cNvPr>
          <p:cNvSpPr>
            <a:spLocks noChangeAspect="1"/>
          </p:cNvSpPr>
          <p:nvPr userDrawn="1"/>
        </p:nvSpPr>
        <p:spPr>
          <a:xfrm>
            <a:off x="8699143" y="799317"/>
            <a:ext cx="1261872" cy="1261872"/>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Oval 2">
            <a:extLst>
              <a:ext uri="{FF2B5EF4-FFF2-40B4-BE49-F238E27FC236}">
                <a16:creationId xmlns:a16="http://schemas.microsoft.com/office/drawing/2014/main" id="{F76E934A-C634-DF4D-992A-6E01917693AD}"/>
              </a:ext>
            </a:extLst>
          </p:cNvPr>
          <p:cNvSpPr>
            <a:spLocks noChangeAspect="1"/>
          </p:cNvSpPr>
          <p:nvPr userDrawn="1"/>
        </p:nvSpPr>
        <p:spPr>
          <a:xfrm>
            <a:off x="6289119" y="799317"/>
            <a:ext cx="1261872" cy="1261872"/>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23" name="Group 22">
            <a:extLst>
              <a:ext uri="{FF2B5EF4-FFF2-40B4-BE49-F238E27FC236}">
                <a16:creationId xmlns:a16="http://schemas.microsoft.com/office/drawing/2014/main" id="{A9677FD5-9A91-4866-B075-6DDE16433AC7}"/>
              </a:ext>
            </a:extLst>
          </p:cNvPr>
          <p:cNvGrpSpPr/>
          <p:nvPr userDrawn="1"/>
        </p:nvGrpSpPr>
        <p:grpSpPr>
          <a:xfrm>
            <a:off x="16303" y="0"/>
            <a:ext cx="12192000" cy="6858000"/>
            <a:chOff x="16303" y="6430358"/>
            <a:chExt cx="12192000" cy="6858000"/>
          </a:xfrm>
        </p:grpSpPr>
        <p:sp>
          <p:nvSpPr>
            <p:cNvPr id="11" name="Rectangle 10"/>
            <p:cNvSpPr/>
            <p:nvPr/>
          </p:nvSpPr>
          <p:spPr>
            <a:xfrm>
              <a:off x="236937" y="6430358"/>
              <a:ext cx="5078012"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r="-140094"/>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Freeform 5"/>
            <p:cNvSpPr/>
            <p:nvPr/>
          </p:nvSpPr>
          <p:spPr bwMode="gray">
            <a:xfrm rot="15922489">
              <a:off x="3144589" y="8256436"/>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rot="16200000">
              <a:off x="2233481" y="9232079"/>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16303" y="6431945"/>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6" y="2287088"/>
            <a:ext cx="3438881" cy="2283824"/>
          </a:xfrm>
        </p:spPr>
        <p:txBody>
          <a:bodyPr anchor="ctr"/>
          <a:lstStyle>
            <a:lvl1pPr algn="l">
              <a:defRPr sz="2300" b="0" cap="none"/>
            </a:lvl1pPr>
          </a:lstStyle>
          <a:p>
            <a:r>
              <a:rPr lang="en-US" noProof="0"/>
              <a:t>Click to edit Master title style</a:t>
            </a:r>
          </a:p>
        </p:txBody>
      </p:sp>
      <p:sp>
        <p:nvSpPr>
          <p:cNvPr id="4" name="Date Placeholder 3"/>
          <p:cNvSpPr>
            <a:spLocks noGrp="1"/>
          </p:cNvSpPr>
          <p:nvPr>
            <p:ph type="dt" sz="half" idx="10"/>
          </p:nvPr>
        </p:nvSpPr>
        <p:spPr/>
        <p:txBody>
          <a:bodyPr/>
          <a:lstStyle/>
          <a:p>
            <a:fld id="{6E94F40A-5592-5744-BFD7-61B04D70BFE7}" type="datetime1">
              <a:rPr lang="en-US" noProof="0" smtClean="0"/>
              <a:t>25-Jan-26</a:t>
            </a:fld>
            <a:endParaRPr lang="en-US" noProof="0" dirty="0"/>
          </a:p>
        </p:txBody>
      </p:sp>
      <p:sp>
        <p:nvSpPr>
          <p:cNvPr id="5" name="Footer Placeholder 4"/>
          <p:cNvSpPr>
            <a:spLocks noGrp="1"/>
          </p:cNvSpPr>
          <p:nvPr>
            <p:ph type="ftr" sz="quarter" idx="11"/>
          </p:nvPr>
        </p:nvSpPr>
        <p:spPr/>
        <p:txBody>
          <a:bodyPr/>
          <a:lstStyle/>
          <a:p>
            <a:endParaRPr lang="en-US" noProof="0" dirty="0"/>
          </a:p>
        </p:txBody>
      </p:sp>
      <p:sp>
        <p:nvSpPr>
          <p:cNvPr id="15" name="Rectangle 14"/>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9FF96B15-8338-45D5-A943-561235072D66}" type="slidenum">
              <a:rPr lang="en-US" noProof="0" smtClean="0"/>
              <a:t>‹#›</a:t>
            </a:fld>
            <a:endParaRPr lang="en-US" noProof="0" dirty="0"/>
          </a:p>
        </p:txBody>
      </p:sp>
      <p:sp>
        <p:nvSpPr>
          <p:cNvPr id="14" name="Text Placeholder 13">
            <a:extLst>
              <a:ext uri="{FF2B5EF4-FFF2-40B4-BE49-F238E27FC236}">
                <a16:creationId xmlns:a16="http://schemas.microsoft.com/office/drawing/2014/main" id="{9ADD13A9-A8EA-4B1C-AE31-FE189E0E8B86}"/>
              </a:ext>
            </a:extLst>
          </p:cNvPr>
          <p:cNvSpPr>
            <a:spLocks noGrp="1"/>
          </p:cNvSpPr>
          <p:nvPr>
            <p:ph type="body" sz="quarter" idx="14" hasCustomPrompt="1"/>
          </p:nvPr>
        </p:nvSpPr>
        <p:spPr>
          <a:xfrm>
            <a:off x="5756275" y="2351088"/>
            <a:ext cx="2325688" cy="774700"/>
          </a:xfrm>
        </p:spPr>
        <p:txBody>
          <a:bodyPr>
            <a:normAutofit/>
          </a:bodyPr>
          <a:lstStyle>
            <a:lvl1pPr marL="0" indent="0" algn="ctr">
              <a:buNone/>
              <a:defRPr sz="1200"/>
            </a:lvl1pPr>
          </a:lstStyle>
          <a:p>
            <a:pPr lvl="0"/>
            <a:r>
              <a:rPr lang="en-US" noProof="0"/>
              <a:t>Edit bullet description</a:t>
            </a:r>
          </a:p>
        </p:txBody>
      </p:sp>
      <p:sp>
        <p:nvSpPr>
          <p:cNvPr id="18" name="Text Placeholder 13">
            <a:extLst>
              <a:ext uri="{FF2B5EF4-FFF2-40B4-BE49-F238E27FC236}">
                <a16:creationId xmlns:a16="http://schemas.microsoft.com/office/drawing/2014/main" id="{A2BAC124-81DA-4B8B-86CD-75C69A4D0DBB}"/>
              </a:ext>
            </a:extLst>
          </p:cNvPr>
          <p:cNvSpPr>
            <a:spLocks noGrp="1"/>
          </p:cNvSpPr>
          <p:nvPr>
            <p:ph type="body" sz="quarter" idx="16" hasCustomPrompt="1"/>
          </p:nvPr>
        </p:nvSpPr>
        <p:spPr>
          <a:xfrm>
            <a:off x="8167235" y="2351088"/>
            <a:ext cx="2325688" cy="774700"/>
          </a:xfrm>
        </p:spPr>
        <p:txBody>
          <a:bodyPr>
            <a:normAutofit/>
          </a:bodyPr>
          <a:lstStyle>
            <a:lvl1pPr marL="0" indent="0" algn="ctr">
              <a:buNone/>
              <a:defRPr sz="1200"/>
            </a:lvl1pPr>
          </a:lstStyle>
          <a:p>
            <a:pPr lvl="0"/>
            <a:r>
              <a:rPr lang="en-US" noProof="0"/>
              <a:t>Edit bullet description</a:t>
            </a:r>
          </a:p>
        </p:txBody>
      </p:sp>
      <p:sp>
        <p:nvSpPr>
          <p:cNvPr id="26" name="Text Placeholder 13">
            <a:extLst>
              <a:ext uri="{FF2B5EF4-FFF2-40B4-BE49-F238E27FC236}">
                <a16:creationId xmlns:a16="http://schemas.microsoft.com/office/drawing/2014/main" id="{B493D355-B592-4395-8255-D1D4FB1CF1A6}"/>
              </a:ext>
            </a:extLst>
          </p:cNvPr>
          <p:cNvSpPr>
            <a:spLocks noGrp="1"/>
          </p:cNvSpPr>
          <p:nvPr>
            <p:ph type="body" sz="quarter" idx="18" hasCustomPrompt="1"/>
          </p:nvPr>
        </p:nvSpPr>
        <p:spPr>
          <a:xfrm>
            <a:off x="5756275" y="5258548"/>
            <a:ext cx="2325688" cy="774700"/>
          </a:xfrm>
        </p:spPr>
        <p:txBody>
          <a:bodyPr>
            <a:normAutofit/>
          </a:bodyPr>
          <a:lstStyle>
            <a:lvl1pPr marL="0" indent="0" algn="ctr">
              <a:buNone/>
              <a:defRPr sz="1200"/>
            </a:lvl1pPr>
          </a:lstStyle>
          <a:p>
            <a:pPr lvl="0"/>
            <a:r>
              <a:rPr lang="en-US" noProof="0"/>
              <a:t>Edit bullet description</a:t>
            </a:r>
          </a:p>
        </p:txBody>
      </p:sp>
      <p:sp>
        <p:nvSpPr>
          <p:cNvPr id="28" name="Text Placeholder 13">
            <a:extLst>
              <a:ext uri="{FF2B5EF4-FFF2-40B4-BE49-F238E27FC236}">
                <a16:creationId xmlns:a16="http://schemas.microsoft.com/office/drawing/2014/main" id="{D0A496BB-AA13-44AE-AFA6-30D4ED5099E9}"/>
              </a:ext>
            </a:extLst>
          </p:cNvPr>
          <p:cNvSpPr>
            <a:spLocks noGrp="1"/>
          </p:cNvSpPr>
          <p:nvPr>
            <p:ph type="body" sz="quarter" idx="20" hasCustomPrompt="1"/>
          </p:nvPr>
        </p:nvSpPr>
        <p:spPr>
          <a:xfrm>
            <a:off x="8167235" y="5258548"/>
            <a:ext cx="2325688" cy="774700"/>
          </a:xfrm>
        </p:spPr>
        <p:txBody>
          <a:bodyPr>
            <a:normAutofit/>
          </a:bodyPr>
          <a:lstStyle>
            <a:lvl1pPr marL="0" indent="0" algn="ctr">
              <a:buNone/>
              <a:defRPr sz="1200"/>
            </a:lvl1pPr>
          </a:lstStyle>
          <a:p>
            <a:pPr lvl="0"/>
            <a:r>
              <a:rPr lang="en-US" noProof="0"/>
              <a:t>Edit bullet description</a:t>
            </a:r>
          </a:p>
        </p:txBody>
      </p:sp>
      <p:sp>
        <p:nvSpPr>
          <p:cNvPr id="20" name="Picture Placeholder 9">
            <a:extLst>
              <a:ext uri="{FF2B5EF4-FFF2-40B4-BE49-F238E27FC236}">
                <a16:creationId xmlns:a16="http://schemas.microsoft.com/office/drawing/2014/main" id="{8E97E18E-0E31-B542-9578-D6E4DCD84680}"/>
              </a:ext>
            </a:extLst>
          </p:cNvPr>
          <p:cNvSpPr>
            <a:spLocks noGrp="1"/>
          </p:cNvSpPr>
          <p:nvPr>
            <p:ph type="pic" sz="quarter" idx="21" hasCustomPrompt="1"/>
          </p:nvPr>
        </p:nvSpPr>
        <p:spPr>
          <a:xfrm>
            <a:off x="6454143" y="966213"/>
            <a:ext cx="929952" cy="929952"/>
          </a:xfrm>
          <a:prstGeom prst="ellipse">
            <a:avLst/>
          </a:prstGeom>
          <a:noFill/>
          <a:effectLst/>
        </p:spPr>
        <p:txBody>
          <a:bodyPr anchor="ctr">
            <a:normAutofit/>
          </a:bodyPr>
          <a:lstStyle>
            <a:lvl1pPr marL="0" indent="0" algn="ctr">
              <a:buNone/>
              <a:defRPr sz="1200" i="1"/>
            </a:lvl1pPr>
          </a:lstStyle>
          <a:p>
            <a:r>
              <a:rPr lang="en-US" noProof="0" dirty="0"/>
              <a:t>Select Icon</a:t>
            </a:r>
          </a:p>
        </p:txBody>
      </p:sp>
      <p:sp>
        <p:nvSpPr>
          <p:cNvPr id="24" name="Picture Placeholder 9">
            <a:extLst>
              <a:ext uri="{FF2B5EF4-FFF2-40B4-BE49-F238E27FC236}">
                <a16:creationId xmlns:a16="http://schemas.microsoft.com/office/drawing/2014/main" id="{7602DDF7-46BD-6045-BDB0-45F47B0B6A9C}"/>
              </a:ext>
            </a:extLst>
          </p:cNvPr>
          <p:cNvSpPr>
            <a:spLocks noGrp="1"/>
          </p:cNvSpPr>
          <p:nvPr>
            <p:ph type="pic" sz="quarter" idx="22" hasCustomPrompt="1"/>
          </p:nvPr>
        </p:nvSpPr>
        <p:spPr>
          <a:xfrm>
            <a:off x="8865103" y="965277"/>
            <a:ext cx="929952" cy="929952"/>
          </a:xfrm>
          <a:prstGeom prst="ellipse">
            <a:avLst/>
          </a:prstGeom>
          <a:noFill/>
          <a:effectLst/>
        </p:spPr>
        <p:txBody>
          <a:bodyPr anchor="ctr">
            <a:normAutofit/>
          </a:bodyPr>
          <a:lstStyle>
            <a:lvl1pPr marL="0" indent="0" algn="ctr">
              <a:buNone/>
              <a:defRPr sz="1200" i="1"/>
            </a:lvl1pPr>
          </a:lstStyle>
          <a:p>
            <a:r>
              <a:rPr lang="en-US" noProof="0" dirty="0"/>
              <a:t>Select Icon</a:t>
            </a:r>
          </a:p>
        </p:txBody>
      </p:sp>
    </p:spTree>
    <p:extLst>
      <p:ext uri="{BB962C8B-B14F-4D97-AF65-F5344CB8AC3E}">
        <p14:creationId xmlns:p14="http://schemas.microsoft.com/office/powerpoint/2010/main" val="1820464185"/>
      </p:ext>
    </p:extLst>
  </p:cSld>
  <p:clrMapOvr>
    <a:masterClrMapping/>
  </p:clrMapOvr>
  <mc:AlternateContent xmlns:mc="http://schemas.openxmlformats.org/markup-compatibility/2006" xmlns:p15="http://schemas.microsoft.com/office/powerpoint/2012/main">
    <mc:Choice Requires="p15">
      <p:transition spd="med">
        <p15:prstTrans prst="peelOff" invX="1"/>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4 Icon Bullets Vertical">
    <p:spTree>
      <p:nvGrpSpPr>
        <p:cNvPr id="1" name=""/>
        <p:cNvGrpSpPr/>
        <p:nvPr/>
      </p:nvGrpSpPr>
      <p:grpSpPr>
        <a:xfrm>
          <a:off x="0" y="0"/>
          <a:ext cx="0" cy="0"/>
          <a:chOff x="0" y="0"/>
          <a:chExt cx="0" cy="0"/>
        </a:xfrm>
      </p:grpSpPr>
      <p:sp>
        <p:nvSpPr>
          <p:cNvPr id="20" name="Oval 19">
            <a:extLst>
              <a:ext uri="{FF2B5EF4-FFF2-40B4-BE49-F238E27FC236}">
                <a16:creationId xmlns:a16="http://schemas.microsoft.com/office/drawing/2014/main" id="{86F73ED6-3B3B-5A45-912C-FCFD7D53593C}"/>
              </a:ext>
            </a:extLst>
          </p:cNvPr>
          <p:cNvSpPr>
            <a:spLocks noChangeAspect="1"/>
          </p:cNvSpPr>
          <p:nvPr userDrawn="1"/>
        </p:nvSpPr>
        <p:spPr>
          <a:xfrm>
            <a:off x="8699143" y="3702940"/>
            <a:ext cx="1261872" cy="1261872"/>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1" name="Picture Placeholder 9">
            <a:extLst>
              <a:ext uri="{FF2B5EF4-FFF2-40B4-BE49-F238E27FC236}">
                <a16:creationId xmlns:a16="http://schemas.microsoft.com/office/drawing/2014/main" id="{B5971407-B12A-EE45-895D-769807DFC767}"/>
              </a:ext>
            </a:extLst>
          </p:cNvPr>
          <p:cNvSpPr>
            <a:spLocks noGrp="1"/>
          </p:cNvSpPr>
          <p:nvPr>
            <p:ph type="pic" sz="quarter" idx="24" hasCustomPrompt="1"/>
          </p:nvPr>
        </p:nvSpPr>
        <p:spPr>
          <a:xfrm>
            <a:off x="8865103" y="3869836"/>
            <a:ext cx="929952" cy="929952"/>
          </a:xfrm>
          <a:prstGeom prst="ellipse">
            <a:avLst/>
          </a:prstGeom>
          <a:noFill/>
          <a:effectLst/>
        </p:spPr>
        <p:txBody>
          <a:bodyPr anchor="ctr">
            <a:normAutofit/>
          </a:bodyPr>
          <a:lstStyle>
            <a:lvl1pPr marL="0" indent="0" algn="ctr">
              <a:buNone/>
              <a:defRPr sz="1200" i="1"/>
            </a:lvl1pPr>
          </a:lstStyle>
          <a:p>
            <a:r>
              <a:rPr lang="en-US" noProof="0" dirty="0"/>
              <a:t>Select Icon</a:t>
            </a:r>
          </a:p>
        </p:txBody>
      </p:sp>
      <p:sp>
        <p:nvSpPr>
          <p:cNvPr id="22" name="Oval 21">
            <a:extLst>
              <a:ext uri="{FF2B5EF4-FFF2-40B4-BE49-F238E27FC236}">
                <a16:creationId xmlns:a16="http://schemas.microsoft.com/office/drawing/2014/main" id="{36215321-76D7-AD41-B779-DE347C617DB3}"/>
              </a:ext>
            </a:extLst>
          </p:cNvPr>
          <p:cNvSpPr>
            <a:spLocks noChangeAspect="1"/>
          </p:cNvSpPr>
          <p:nvPr userDrawn="1"/>
        </p:nvSpPr>
        <p:spPr>
          <a:xfrm>
            <a:off x="6288183" y="3706777"/>
            <a:ext cx="1261872" cy="1261872"/>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4" name="Picture Placeholder 9">
            <a:extLst>
              <a:ext uri="{FF2B5EF4-FFF2-40B4-BE49-F238E27FC236}">
                <a16:creationId xmlns:a16="http://schemas.microsoft.com/office/drawing/2014/main" id="{E61684B2-1403-BD44-80B1-6A5C0D0A3C67}"/>
              </a:ext>
            </a:extLst>
          </p:cNvPr>
          <p:cNvSpPr>
            <a:spLocks noGrp="1"/>
          </p:cNvSpPr>
          <p:nvPr>
            <p:ph type="pic" sz="quarter" idx="23" hasCustomPrompt="1"/>
          </p:nvPr>
        </p:nvSpPr>
        <p:spPr>
          <a:xfrm>
            <a:off x="6454143" y="3873673"/>
            <a:ext cx="929952" cy="929952"/>
          </a:xfrm>
          <a:prstGeom prst="ellipse">
            <a:avLst/>
          </a:prstGeom>
          <a:noFill/>
          <a:effectLst/>
        </p:spPr>
        <p:txBody>
          <a:bodyPr anchor="ctr">
            <a:normAutofit/>
          </a:bodyPr>
          <a:lstStyle>
            <a:lvl1pPr marL="0" indent="0" algn="ctr">
              <a:buNone/>
              <a:defRPr sz="1200" i="1"/>
            </a:lvl1pPr>
          </a:lstStyle>
          <a:p>
            <a:r>
              <a:rPr lang="en-US" noProof="0" dirty="0"/>
              <a:t>Select Icon</a:t>
            </a:r>
          </a:p>
        </p:txBody>
      </p:sp>
      <p:sp>
        <p:nvSpPr>
          <p:cNvPr id="29" name="Oval 28">
            <a:extLst>
              <a:ext uri="{FF2B5EF4-FFF2-40B4-BE49-F238E27FC236}">
                <a16:creationId xmlns:a16="http://schemas.microsoft.com/office/drawing/2014/main" id="{3B87B079-A5F0-D34B-90BD-17403B51EF47}"/>
              </a:ext>
            </a:extLst>
          </p:cNvPr>
          <p:cNvSpPr>
            <a:spLocks noChangeAspect="1"/>
          </p:cNvSpPr>
          <p:nvPr userDrawn="1"/>
        </p:nvSpPr>
        <p:spPr>
          <a:xfrm>
            <a:off x="8699143" y="799317"/>
            <a:ext cx="1261872" cy="126187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0" name="Oval 29">
            <a:extLst>
              <a:ext uri="{FF2B5EF4-FFF2-40B4-BE49-F238E27FC236}">
                <a16:creationId xmlns:a16="http://schemas.microsoft.com/office/drawing/2014/main" id="{67169BE7-153A-034D-B3C8-A226C22DE09C}"/>
              </a:ext>
            </a:extLst>
          </p:cNvPr>
          <p:cNvSpPr>
            <a:spLocks noChangeAspect="1"/>
          </p:cNvSpPr>
          <p:nvPr userDrawn="1"/>
        </p:nvSpPr>
        <p:spPr>
          <a:xfrm>
            <a:off x="6288183" y="799317"/>
            <a:ext cx="1261872" cy="126187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1" name="Picture Placeholder 9">
            <a:extLst>
              <a:ext uri="{FF2B5EF4-FFF2-40B4-BE49-F238E27FC236}">
                <a16:creationId xmlns:a16="http://schemas.microsoft.com/office/drawing/2014/main" id="{604C6493-8619-1749-A32C-8C1C4E875339}"/>
              </a:ext>
            </a:extLst>
          </p:cNvPr>
          <p:cNvSpPr>
            <a:spLocks noGrp="1"/>
          </p:cNvSpPr>
          <p:nvPr>
            <p:ph type="pic" sz="quarter" idx="21" hasCustomPrompt="1"/>
          </p:nvPr>
        </p:nvSpPr>
        <p:spPr>
          <a:xfrm>
            <a:off x="6454143" y="966213"/>
            <a:ext cx="929952" cy="929952"/>
          </a:xfrm>
          <a:prstGeom prst="ellipse">
            <a:avLst/>
          </a:prstGeom>
          <a:noFill/>
          <a:effectLst/>
        </p:spPr>
        <p:txBody>
          <a:bodyPr anchor="ctr">
            <a:normAutofit/>
          </a:bodyPr>
          <a:lstStyle>
            <a:lvl1pPr marL="0" indent="0" algn="ctr">
              <a:buNone/>
              <a:defRPr sz="1200" i="1"/>
            </a:lvl1pPr>
          </a:lstStyle>
          <a:p>
            <a:r>
              <a:rPr lang="en-US" noProof="0" dirty="0"/>
              <a:t>Select Icon</a:t>
            </a:r>
          </a:p>
        </p:txBody>
      </p:sp>
      <p:sp>
        <p:nvSpPr>
          <p:cNvPr id="32" name="Picture Placeholder 9">
            <a:extLst>
              <a:ext uri="{FF2B5EF4-FFF2-40B4-BE49-F238E27FC236}">
                <a16:creationId xmlns:a16="http://schemas.microsoft.com/office/drawing/2014/main" id="{EE25A905-577F-154D-BA89-4F485EEBC4BD}"/>
              </a:ext>
            </a:extLst>
          </p:cNvPr>
          <p:cNvSpPr>
            <a:spLocks noGrp="1"/>
          </p:cNvSpPr>
          <p:nvPr>
            <p:ph type="pic" sz="quarter" idx="22" hasCustomPrompt="1"/>
          </p:nvPr>
        </p:nvSpPr>
        <p:spPr>
          <a:xfrm>
            <a:off x="8865103" y="965277"/>
            <a:ext cx="929952" cy="929952"/>
          </a:xfrm>
          <a:prstGeom prst="ellipse">
            <a:avLst/>
          </a:prstGeom>
          <a:noFill/>
          <a:effectLst/>
        </p:spPr>
        <p:txBody>
          <a:bodyPr anchor="ctr">
            <a:normAutofit/>
          </a:bodyPr>
          <a:lstStyle>
            <a:lvl1pPr marL="0" indent="0" algn="ctr">
              <a:buNone/>
              <a:defRPr sz="1200" i="1"/>
            </a:lvl1pPr>
          </a:lstStyle>
          <a:p>
            <a:r>
              <a:rPr lang="en-US" noProof="0" dirty="0"/>
              <a:t>Select Icon</a:t>
            </a:r>
          </a:p>
        </p:txBody>
      </p:sp>
      <p:grpSp>
        <p:nvGrpSpPr>
          <p:cNvPr id="23" name="Group 22">
            <a:extLst>
              <a:ext uri="{FF2B5EF4-FFF2-40B4-BE49-F238E27FC236}">
                <a16:creationId xmlns:a16="http://schemas.microsoft.com/office/drawing/2014/main" id="{A9677FD5-9A91-4866-B075-6DDE16433AC7}"/>
              </a:ext>
            </a:extLst>
          </p:cNvPr>
          <p:cNvGrpSpPr/>
          <p:nvPr userDrawn="1"/>
        </p:nvGrpSpPr>
        <p:grpSpPr>
          <a:xfrm>
            <a:off x="16303" y="0"/>
            <a:ext cx="12192000" cy="6858000"/>
            <a:chOff x="16303" y="6430358"/>
            <a:chExt cx="12192000" cy="6858000"/>
          </a:xfrm>
        </p:grpSpPr>
        <p:sp>
          <p:nvSpPr>
            <p:cNvPr id="11" name="Rectangle 10"/>
            <p:cNvSpPr/>
            <p:nvPr/>
          </p:nvSpPr>
          <p:spPr>
            <a:xfrm>
              <a:off x="236937" y="6430358"/>
              <a:ext cx="5078012"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r="-140094"/>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Freeform 5"/>
            <p:cNvSpPr/>
            <p:nvPr/>
          </p:nvSpPr>
          <p:spPr bwMode="gray">
            <a:xfrm rot="15922489">
              <a:off x="3144589" y="8256436"/>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rot="16200000">
              <a:off x="2233481" y="9232079"/>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16303" y="6431945"/>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6" y="2287088"/>
            <a:ext cx="3438881" cy="2283824"/>
          </a:xfrm>
        </p:spPr>
        <p:txBody>
          <a:bodyPr anchor="ctr"/>
          <a:lstStyle>
            <a:lvl1pPr algn="l">
              <a:defRPr sz="2300" b="0" cap="none"/>
            </a:lvl1pPr>
          </a:lstStyle>
          <a:p>
            <a:r>
              <a:rPr lang="en-US" noProof="0"/>
              <a:t>Click to edit Master title style</a:t>
            </a:r>
          </a:p>
        </p:txBody>
      </p:sp>
      <p:sp>
        <p:nvSpPr>
          <p:cNvPr id="4" name="Date Placeholder 3"/>
          <p:cNvSpPr>
            <a:spLocks noGrp="1"/>
          </p:cNvSpPr>
          <p:nvPr>
            <p:ph type="dt" sz="half" idx="10"/>
          </p:nvPr>
        </p:nvSpPr>
        <p:spPr/>
        <p:txBody>
          <a:bodyPr/>
          <a:lstStyle/>
          <a:p>
            <a:fld id="{A177F711-7020-994E-A797-D04033A0CF12}" type="datetime1">
              <a:rPr lang="en-US" noProof="0" smtClean="0"/>
              <a:t>25-Jan-26</a:t>
            </a:fld>
            <a:endParaRPr lang="en-US" noProof="0" dirty="0"/>
          </a:p>
        </p:txBody>
      </p:sp>
      <p:sp>
        <p:nvSpPr>
          <p:cNvPr id="5" name="Footer Placeholder 4"/>
          <p:cNvSpPr>
            <a:spLocks noGrp="1"/>
          </p:cNvSpPr>
          <p:nvPr>
            <p:ph type="ftr" sz="quarter" idx="11"/>
          </p:nvPr>
        </p:nvSpPr>
        <p:spPr/>
        <p:txBody>
          <a:bodyPr/>
          <a:lstStyle/>
          <a:p>
            <a:endParaRPr lang="en-US" noProof="0" dirty="0"/>
          </a:p>
        </p:txBody>
      </p:sp>
      <p:sp>
        <p:nvSpPr>
          <p:cNvPr id="15" name="Rectangle 14"/>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9FF96B15-8338-45D5-A943-561235072D66}" type="slidenum">
              <a:rPr lang="en-US" noProof="0" smtClean="0"/>
              <a:t>‹#›</a:t>
            </a:fld>
            <a:endParaRPr lang="en-US" noProof="0" dirty="0"/>
          </a:p>
        </p:txBody>
      </p:sp>
      <p:sp>
        <p:nvSpPr>
          <p:cNvPr id="14" name="Text Placeholder 13">
            <a:extLst>
              <a:ext uri="{FF2B5EF4-FFF2-40B4-BE49-F238E27FC236}">
                <a16:creationId xmlns:a16="http://schemas.microsoft.com/office/drawing/2014/main" id="{9ADD13A9-A8EA-4B1C-AE31-FE189E0E8B86}"/>
              </a:ext>
            </a:extLst>
          </p:cNvPr>
          <p:cNvSpPr>
            <a:spLocks noGrp="1"/>
          </p:cNvSpPr>
          <p:nvPr>
            <p:ph type="body" sz="quarter" idx="14" hasCustomPrompt="1"/>
          </p:nvPr>
        </p:nvSpPr>
        <p:spPr>
          <a:xfrm>
            <a:off x="5756275" y="2351088"/>
            <a:ext cx="2325688" cy="774700"/>
          </a:xfrm>
        </p:spPr>
        <p:txBody>
          <a:bodyPr>
            <a:normAutofit/>
          </a:bodyPr>
          <a:lstStyle>
            <a:lvl1pPr marL="0" indent="0" algn="ctr">
              <a:buNone/>
              <a:defRPr sz="1200"/>
            </a:lvl1pPr>
          </a:lstStyle>
          <a:p>
            <a:pPr lvl="0"/>
            <a:r>
              <a:rPr lang="en-US" noProof="0"/>
              <a:t>Edit bullet description</a:t>
            </a:r>
          </a:p>
        </p:txBody>
      </p:sp>
      <p:sp>
        <p:nvSpPr>
          <p:cNvPr id="18" name="Text Placeholder 13">
            <a:extLst>
              <a:ext uri="{FF2B5EF4-FFF2-40B4-BE49-F238E27FC236}">
                <a16:creationId xmlns:a16="http://schemas.microsoft.com/office/drawing/2014/main" id="{A2BAC124-81DA-4B8B-86CD-75C69A4D0DBB}"/>
              </a:ext>
            </a:extLst>
          </p:cNvPr>
          <p:cNvSpPr>
            <a:spLocks noGrp="1"/>
          </p:cNvSpPr>
          <p:nvPr>
            <p:ph type="body" sz="quarter" idx="16" hasCustomPrompt="1"/>
          </p:nvPr>
        </p:nvSpPr>
        <p:spPr>
          <a:xfrm>
            <a:off x="8167235" y="2351088"/>
            <a:ext cx="2325688" cy="774700"/>
          </a:xfrm>
        </p:spPr>
        <p:txBody>
          <a:bodyPr>
            <a:normAutofit/>
          </a:bodyPr>
          <a:lstStyle>
            <a:lvl1pPr marL="0" indent="0" algn="ctr">
              <a:buNone/>
              <a:defRPr sz="1200"/>
            </a:lvl1pPr>
          </a:lstStyle>
          <a:p>
            <a:pPr lvl="0"/>
            <a:r>
              <a:rPr lang="en-US" noProof="0"/>
              <a:t>Edit bullet description</a:t>
            </a:r>
          </a:p>
        </p:txBody>
      </p:sp>
      <p:sp>
        <p:nvSpPr>
          <p:cNvPr id="26" name="Text Placeholder 13">
            <a:extLst>
              <a:ext uri="{FF2B5EF4-FFF2-40B4-BE49-F238E27FC236}">
                <a16:creationId xmlns:a16="http://schemas.microsoft.com/office/drawing/2014/main" id="{B493D355-B592-4395-8255-D1D4FB1CF1A6}"/>
              </a:ext>
            </a:extLst>
          </p:cNvPr>
          <p:cNvSpPr>
            <a:spLocks noGrp="1"/>
          </p:cNvSpPr>
          <p:nvPr>
            <p:ph type="body" sz="quarter" idx="18" hasCustomPrompt="1"/>
          </p:nvPr>
        </p:nvSpPr>
        <p:spPr>
          <a:xfrm>
            <a:off x="5756275" y="5258548"/>
            <a:ext cx="2325688" cy="774700"/>
          </a:xfrm>
        </p:spPr>
        <p:txBody>
          <a:bodyPr>
            <a:normAutofit/>
          </a:bodyPr>
          <a:lstStyle>
            <a:lvl1pPr marL="0" indent="0" algn="ctr">
              <a:buNone/>
              <a:defRPr sz="1200"/>
            </a:lvl1pPr>
          </a:lstStyle>
          <a:p>
            <a:pPr lvl="0"/>
            <a:r>
              <a:rPr lang="en-US" noProof="0"/>
              <a:t>Edit bullet description</a:t>
            </a:r>
          </a:p>
        </p:txBody>
      </p:sp>
      <p:sp>
        <p:nvSpPr>
          <p:cNvPr id="28" name="Text Placeholder 13">
            <a:extLst>
              <a:ext uri="{FF2B5EF4-FFF2-40B4-BE49-F238E27FC236}">
                <a16:creationId xmlns:a16="http://schemas.microsoft.com/office/drawing/2014/main" id="{D0A496BB-AA13-44AE-AFA6-30D4ED5099E9}"/>
              </a:ext>
            </a:extLst>
          </p:cNvPr>
          <p:cNvSpPr>
            <a:spLocks noGrp="1"/>
          </p:cNvSpPr>
          <p:nvPr>
            <p:ph type="body" sz="quarter" idx="20" hasCustomPrompt="1"/>
          </p:nvPr>
        </p:nvSpPr>
        <p:spPr>
          <a:xfrm>
            <a:off x="8167235" y="5258548"/>
            <a:ext cx="2325688" cy="774700"/>
          </a:xfrm>
        </p:spPr>
        <p:txBody>
          <a:bodyPr>
            <a:normAutofit/>
          </a:bodyPr>
          <a:lstStyle>
            <a:lvl1pPr marL="0" indent="0" algn="ctr">
              <a:buNone/>
              <a:defRPr sz="1200"/>
            </a:lvl1pPr>
          </a:lstStyle>
          <a:p>
            <a:pPr lvl="0"/>
            <a:r>
              <a:rPr lang="en-US" noProof="0"/>
              <a:t>Edit bullet description</a:t>
            </a:r>
          </a:p>
        </p:txBody>
      </p:sp>
    </p:spTree>
    <p:extLst>
      <p:ext uri="{BB962C8B-B14F-4D97-AF65-F5344CB8AC3E}">
        <p14:creationId xmlns:p14="http://schemas.microsoft.com/office/powerpoint/2010/main" val="3254131837"/>
      </p:ext>
    </p:extLst>
  </p:cSld>
  <p:clrMapOvr>
    <a:masterClrMapping/>
  </p:clrMapOvr>
  <mc:AlternateContent xmlns:mc="http://schemas.openxmlformats.org/markup-compatibility/2006" xmlns:p15="http://schemas.microsoft.com/office/powerpoint/2012/main">
    <mc:Choice Requires="p15">
      <p:transition spd="med">
        <p15:prstTrans prst="peelOff" invX="1"/>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2 Icon Bullets Vertical">
    <p:spTree>
      <p:nvGrpSpPr>
        <p:cNvPr id="1" name=""/>
        <p:cNvGrpSpPr/>
        <p:nvPr/>
      </p:nvGrpSpPr>
      <p:grpSpPr>
        <a:xfrm>
          <a:off x="0" y="0"/>
          <a:ext cx="0" cy="0"/>
          <a:chOff x="0" y="0"/>
          <a:chExt cx="0" cy="0"/>
        </a:xfrm>
      </p:grpSpPr>
      <p:sp>
        <p:nvSpPr>
          <p:cNvPr id="29" name="Oval 28">
            <a:extLst>
              <a:ext uri="{FF2B5EF4-FFF2-40B4-BE49-F238E27FC236}">
                <a16:creationId xmlns:a16="http://schemas.microsoft.com/office/drawing/2014/main" id="{3B87B079-A5F0-D34B-90BD-17403B51EF47}"/>
              </a:ext>
            </a:extLst>
          </p:cNvPr>
          <p:cNvSpPr>
            <a:spLocks noChangeAspect="1"/>
          </p:cNvSpPr>
          <p:nvPr userDrawn="1"/>
        </p:nvSpPr>
        <p:spPr>
          <a:xfrm>
            <a:off x="8699143" y="2234226"/>
            <a:ext cx="1261872" cy="126187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0" name="Oval 29">
            <a:extLst>
              <a:ext uri="{FF2B5EF4-FFF2-40B4-BE49-F238E27FC236}">
                <a16:creationId xmlns:a16="http://schemas.microsoft.com/office/drawing/2014/main" id="{67169BE7-153A-034D-B3C8-A226C22DE09C}"/>
              </a:ext>
            </a:extLst>
          </p:cNvPr>
          <p:cNvSpPr>
            <a:spLocks noChangeAspect="1"/>
          </p:cNvSpPr>
          <p:nvPr userDrawn="1"/>
        </p:nvSpPr>
        <p:spPr>
          <a:xfrm>
            <a:off x="6288183" y="2234226"/>
            <a:ext cx="1261872" cy="126187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1" name="Picture Placeholder 9">
            <a:extLst>
              <a:ext uri="{FF2B5EF4-FFF2-40B4-BE49-F238E27FC236}">
                <a16:creationId xmlns:a16="http://schemas.microsoft.com/office/drawing/2014/main" id="{604C6493-8619-1749-A32C-8C1C4E875339}"/>
              </a:ext>
            </a:extLst>
          </p:cNvPr>
          <p:cNvSpPr>
            <a:spLocks noGrp="1"/>
          </p:cNvSpPr>
          <p:nvPr>
            <p:ph type="pic" sz="quarter" idx="21" hasCustomPrompt="1"/>
          </p:nvPr>
        </p:nvSpPr>
        <p:spPr>
          <a:xfrm>
            <a:off x="6454143" y="2401122"/>
            <a:ext cx="929952" cy="929952"/>
          </a:xfrm>
          <a:prstGeom prst="ellipse">
            <a:avLst/>
          </a:prstGeom>
          <a:noFill/>
          <a:effectLst/>
        </p:spPr>
        <p:txBody>
          <a:bodyPr anchor="ctr">
            <a:normAutofit/>
          </a:bodyPr>
          <a:lstStyle>
            <a:lvl1pPr marL="0" indent="0" algn="ctr">
              <a:buNone/>
              <a:defRPr sz="1200" i="1"/>
            </a:lvl1pPr>
          </a:lstStyle>
          <a:p>
            <a:r>
              <a:rPr lang="en-US" noProof="0" dirty="0"/>
              <a:t>Select Icon</a:t>
            </a:r>
          </a:p>
        </p:txBody>
      </p:sp>
      <p:sp>
        <p:nvSpPr>
          <p:cNvPr id="32" name="Picture Placeholder 9">
            <a:extLst>
              <a:ext uri="{FF2B5EF4-FFF2-40B4-BE49-F238E27FC236}">
                <a16:creationId xmlns:a16="http://schemas.microsoft.com/office/drawing/2014/main" id="{EE25A905-577F-154D-BA89-4F485EEBC4BD}"/>
              </a:ext>
            </a:extLst>
          </p:cNvPr>
          <p:cNvSpPr>
            <a:spLocks noGrp="1"/>
          </p:cNvSpPr>
          <p:nvPr>
            <p:ph type="pic" sz="quarter" idx="22" hasCustomPrompt="1"/>
          </p:nvPr>
        </p:nvSpPr>
        <p:spPr>
          <a:xfrm>
            <a:off x="8865103" y="2400186"/>
            <a:ext cx="929952" cy="929952"/>
          </a:xfrm>
          <a:prstGeom prst="ellipse">
            <a:avLst/>
          </a:prstGeom>
          <a:noFill/>
          <a:effectLst/>
        </p:spPr>
        <p:txBody>
          <a:bodyPr anchor="ctr">
            <a:normAutofit/>
          </a:bodyPr>
          <a:lstStyle>
            <a:lvl1pPr marL="0" indent="0" algn="ctr">
              <a:buNone/>
              <a:defRPr sz="1200" i="1"/>
            </a:lvl1pPr>
          </a:lstStyle>
          <a:p>
            <a:r>
              <a:rPr lang="en-US" noProof="0" dirty="0"/>
              <a:t>Select Icon</a:t>
            </a:r>
          </a:p>
        </p:txBody>
      </p:sp>
      <p:grpSp>
        <p:nvGrpSpPr>
          <p:cNvPr id="23" name="Group 22">
            <a:extLst>
              <a:ext uri="{FF2B5EF4-FFF2-40B4-BE49-F238E27FC236}">
                <a16:creationId xmlns:a16="http://schemas.microsoft.com/office/drawing/2014/main" id="{A9677FD5-9A91-4866-B075-6DDE16433AC7}"/>
              </a:ext>
            </a:extLst>
          </p:cNvPr>
          <p:cNvGrpSpPr/>
          <p:nvPr userDrawn="1"/>
        </p:nvGrpSpPr>
        <p:grpSpPr>
          <a:xfrm>
            <a:off x="16303" y="0"/>
            <a:ext cx="12192000" cy="6858000"/>
            <a:chOff x="16303" y="6430358"/>
            <a:chExt cx="12192000" cy="6858000"/>
          </a:xfrm>
        </p:grpSpPr>
        <p:sp>
          <p:nvSpPr>
            <p:cNvPr id="11" name="Rectangle 10"/>
            <p:cNvSpPr/>
            <p:nvPr/>
          </p:nvSpPr>
          <p:spPr>
            <a:xfrm>
              <a:off x="236937" y="6430358"/>
              <a:ext cx="5078012"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r="-140094"/>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Freeform 5"/>
            <p:cNvSpPr/>
            <p:nvPr/>
          </p:nvSpPr>
          <p:spPr bwMode="gray">
            <a:xfrm rot="15922489">
              <a:off x="3144589" y="8256436"/>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rot="16200000">
              <a:off x="2233481" y="9232079"/>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16303" y="6431945"/>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6" y="2287088"/>
            <a:ext cx="3438881" cy="2283824"/>
          </a:xfrm>
        </p:spPr>
        <p:txBody>
          <a:bodyPr anchor="ctr"/>
          <a:lstStyle>
            <a:lvl1pPr algn="l">
              <a:defRPr sz="2300" b="0" cap="none"/>
            </a:lvl1pPr>
          </a:lstStyle>
          <a:p>
            <a:r>
              <a:rPr lang="en-US" noProof="0"/>
              <a:t>Click to edit Master title style</a:t>
            </a:r>
          </a:p>
        </p:txBody>
      </p:sp>
      <p:sp>
        <p:nvSpPr>
          <p:cNvPr id="4" name="Date Placeholder 3"/>
          <p:cNvSpPr>
            <a:spLocks noGrp="1"/>
          </p:cNvSpPr>
          <p:nvPr>
            <p:ph type="dt" sz="half" idx="10"/>
          </p:nvPr>
        </p:nvSpPr>
        <p:spPr/>
        <p:txBody>
          <a:bodyPr/>
          <a:lstStyle/>
          <a:p>
            <a:fld id="{A177F711-7020-994E-A797-D04033A0CF12}" type="datetime1">
              <a:rPr lang="en-US" noProof="0" smtClean="0"/>
              <a:t>25-Jan-26</a:t>
            </a:fld>
            <a:endParaRPr lang="en-US" noProof="0" dirty="0"/>
          </a:p>
        </p:txBody>
      </p:sp>
      <p:sp>
        <p:nvSpPr>
          <p:cNvPr id="5" name="Footer Placeholder 4"/>
          <p:cNvSpPr>
            <a:spLocks noGrp="1"/>
          </p:cNvSpPr>
          <p:nvPr>
            <p:ph type="ftr" sz="quarter" idx="11"/>
          </p:nvPr>
        </p:nvSpPr>
        <p:spPr/>
        <p:txBody>
          <a:bodyPr/>
          <a:lstStyle/>
          <a:p>
            <a:endParaRPr lang="en-US" noProof="0" dirty="0"/>
          </a:p>
        </p:txBody>
      </p:sp>
      <p:sp>
        <p:nvSpPr>
          <p:cNvPr id="15" name="Rectangle 14"/>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9FF96B15-8338-45D5-A943-561235072D66}" type="slidenum">
              <a:rPr lang="en-US" noProof="0" smtClean="0"/>
              <a:t>‹#›</a:t>
            </a:fld>
            <a:endParaRPr lang="en-US" noProof="0" dirty="0"/>
          </a:p>
        </p:txBody>
      </p:sp>
      <p:sp>
        <p:nvSpPr>
          <p:cNvPr id="14" name="Text Placeholder 13">
            <a:extLst>
              <a:ext uri="{FF2B5EF4-FFF2-40B4-BE49-F238E27FC236}">
                <a16:creationId xmlns:a16="http://schemas.microsoft.com/office/drawing/2014/main" id="{9ADD13A9-A8EA-4B1C-AE31-FE189E0E8B86}"/>
              </a:ext>
            </a:extLst>
          </p:cNvPr>
          <p:cNvSpPr>
            <a:spLocks noGrp="1"/>
          </p:cNvSpPr>
          <p:nvPr>
            <p:ph type="body" sz="quarter" idx="14" hasCustomPrompt="1"/>
          </p:nvPr>
        </p:nvSpPr>
        <p:spPr>
          <a:xfrm>
            <a:off x="5756275" y="3785996"/>
            <a:ext cx="2325688" cy="1503455"/>
          </a:xfrm>
        </p:spPr>
        <p:txBody>
          <a:bodyPr>
            <a:noAutofit/>
          </a:bodyPr>
          <a:lstStyle>
            <a:lvl1pPr marL="0" indent="0" algn="ctr">
              <a:buNone/>
              <a:defRPr sz="1200"/>
            </a:lvl1pPr>
          </a:lstStyle>
          <a:p>
            <a:pPr lvl="0"/>
            <a:r>
              <a:rPr lang="en-US" noProof="0"/>
              <a:t>Edit bullet description</a:t>
            </a:r>
          </a:p>
        </p:txBody>
      </p:sp>
      <p:sp>
        <p:nvSpPr>
          <p:cNvPr id="18" name="Text Placeholder 13">
            <a:extLst>
              <a:ext uri="{FF2B5EF4-FFF2-40B4-BE49-F238E27FC236}">
                <a16:creationId xmlns:a16="http://schemas.microsoft.com/office/drawing/2014/main" id="{A2BAC124-81DA-4B8B-86CD-75C69A4D0DBB}"/>
              </a:ext>
            </a:extLst>
          </p:cNvPr>
          <p:cNvSpPr>
            <a:spLocks noGrp="1"/>
          </p:cNvSpPr>
          <p:nvPr>
            <p:ph type="body" sz="quarter" idx="16" hasCustomPrompt="1"/>
          </p:nvPr>
        </p:nvSpPr>
        <p:spPr>
          <a:xfrm>
            <a:off x="8167235" y="3785996"/>
            <a:ext cx="2325688" cy="1503455"/>
          </a:xfrm>
        </p:spPr>
        <p:txBody>
          <a:bodyPr>
            <a:noAutofit/>
          </a:bodyPr>
          <a:lstStyle>
            <a:lvl1pPr marL="0" indent="0" algn="ctr">
              <a:buNone/>
              <a:defRPr sz="1200"/>
            </a:lvl1pPr>
          </a:lstStyle>
          <a:p>
            <a:pPr lvl="0"/>
            <a:r>
              <a:rPr lang="en-US" noProof="0"/>
              <a:t>Edit bullet description</a:t>
            </a:r>
          </a:p>
        </p:txBody>
      </p:sp>
    </p:spTree>
    <p:extLst>
      <p:ext uri="{BB962C8B-B14F-4D97-AF65-F5344CB8AC3E}">
        <p14:creationId xmlns:p14="http://schemas.microsoft.com/office/powerpoint/2010/main" val="2465061415"/>
      </p:ext>
    </p:extLst>
  </p:cSld>
  <p:clrMapOvr>
    <a:masterClrMapping/>
  </p:clrMapOvr>
  <mc:AlternateContent xmlns:mc="http://schemas.openxmlformats.org/markup-compatibility/2006" xmlns:p15="http://schemas.microsoft.com/office/powerpoint/2012/main">
    <mc:Choice Requires="p15">
      <p:transition spd="med">
        <p15:prstTrans prst="peelOff" invX="1"/>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4 Icon Bullets Horizontal">
    <p:spTree>
      <p:nvGrpSpPr>
        <p:cNvPr id="1" name=""/>
        <p:cNvGrpSpPr/>
        <p:nvPr/>
      </p:nvGrpSpPr>
      <p:grpSpPr>
        <a:xfrm>
          <a:off x="0" y="0"/>
          <a:ext cx="0" cy="0"/>
          <a:chOff x="0" y="0"/>
          <a:chExt cx="0" cy="0"/>
        </a:xfrm>
      </p:grpSpPr>
      <p:sp>
        <p:nvSpPr>
          <p:cNvPr id="32" name="Oval 31">
            <a:extLst>
              <a:ext uri="{FF2B5EF4-FFF2-40B4-BE49-F238E27FC236}">
                <a16:creationId xmlns:a16="http://schemas.microsoft.com/office/drawing/2014/main" id="{F625DE42-6A2A-D745-B1F8-2AF2793533BE}"/>
              </a:ext>
            </a:extLst>
          </p:cNvPr>
          <p:cNvSpPr>
            <a:spLocks noChangeAspect="1"/>
          </p:cNvSpPr>
          <p:nvPr userDrawn="1"/>
        </p:nvSpPr>
        <p:spPr>
          <a:xfrm>
            <a:off x="8404601" y="3981394"/>
            <a:ext cx="1042415" cy="1042415"/>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3" name="Picture Placeholder 9">
            <a:extLst>
              <a:ext uri="{FF2B5EF4-FFF2-40B4-BE49-F238E27FC236}">
                <a16:creationId xmlns:a16="http://schemas.microsoft.com/office/drawing/2014/main" id="{A87D37E3-62A9-1F44-8520-EBED16BF1C0F}"/>
              </a:ext>
            </a:extLst>
          </p:cNvPr>
          <p:cNvSpPr>
            <a:spLocks noGrp="1"/>
          </p:cNvSpPr>
          <p:nvPr>
            <p:ph type="pic" sz="quarter" idx="24" hasCustomPrompt="1"/>
          </p:nvPr>
        </p:nvSpPr>
        <p:spPr>
          <a:xfrm>
            <a:off x="8535100" y="4123125"/>
            <a:ext cx="781417" cy="758952"/>
          </a:xfrm>
          <a:prstGeom prst="ellipse">
            <a:avLst/>
          </a:prstGeom>
          <a:noFill/>
          <a:effectLst/>
        </p:spPr>
        <p:txBody>
          <a:bodyPr anchor="ctr">
            <a:normAutofit/>
          </a:bodyPr>
          <a:lstStyle>
            <a:lvl1pPr marL="0" indent="0" algn="ctr">
              <a:buNone/>
              <a:defRPr sz="1200" i="1"/>
            </a:lvl1pPr>
          </a:lstStyle>
          <a:p>
            <a:r>
              <a:rPr lang="en-US" noProof="0" dirty="0"/>
              <a:t>Select Icon</a:t>
            </a:r>
          </a:p>
        </p:txBody>
      </p:sp>
      <p:sp>
        <p:nvSpPr>
          <p:cNvPr id="29" name="Oval 28">
            <a:extLst>
              <a:ext uri="{FF2B5EF4-FFF2-40B4-BE49-F238E27FC236}">
                <a16:creationId xmlns:a16="http://schemas.microsoft.com/office/drawing/2014/main" id="{75F8797D-AFBD-534A-AC82-DE2B7BAECE83}"/>
              </a:ext>
            </a:extLst>
          </p:cNvPr>
          <p:cNvSpPr>
            <a:spLocks noChangeAspect="1"/>
          </p:cNvSpPr>
          <p:nvPr userDrawn="1"/>
        </p:nvSpPr>
        <p:spPr>
          <a:xfrm>
            <a:off x="8404601" y="1932281"/>
            <a:ext cx="1042415" cy="104241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0" name="Picture Placeholder 9">
            <a:extLst>
              <a:ext uri="{FF2B5EF4-FFF2-40B4-BE49-F238E27FC236}">
                <a16:creationId xmlns:a16="http://schemas.microsoft.com/office/drawing/2014/main" id="{EFE809D2-16A3-B143-BC10-FEC397E62C62}"/>
              </a:ext>
            </a:extLst>
          </p:cNvPr>
          <p:cNvSpPr>
            <a:spLocks noGrp="1"/>
          </p:cNvSpPr>
          <p:nvPr>
            <p:ph type="pic" sz="quarter" idx="23" hasCustomPrompt="1"/>
          </p:nvPr>
        </p:nvSpPr>
        <p:spPr>
          <a:xfrm>
            <a:off x="8535100" y="2074012"/>
            <a:ext cx="781417" cy="758952"/>
          </a:xfrm>
          <a:prstGeom prst="ellipse">
            <a:avLst/>
          </a:prstGeom>
          <a:noFill/>
          <a:effectLst/>
        </p:spPr>
        <p:txBody>
          <a:bodyPr anchor="ctr">
            <a:normAutofit/>
          </a:bodyPr>
          <a:lstStyle>
            <a:lvl1pPr marL="0" indent="0" algn="ctr">
              <a:buNone/>
              <a:defRPr sz="1200" i="1"/>
            </a:lvl1pPr>
          </a:lstStyle>
          <a:p>
            <a:r>
              <a:rPr lang="en-US" noProof="0" dirty="0"/>
              <a:t>Select Icon</a:t>
            </a:r>
          </a:p>
        </p:txBody>
      </p:sp>
      <p:grpSp>
        <p:nvGrpSpPr>
          <p:cNvPr id="23" name="Group 22">
            <a:extLst>
              <a:ext uri="{FF2B5EF4-FFF2-40B4-BE49-F238E27FC236}">
                <a16:creationId xmlns:a16="http://schemas.microsoft.com/office/drawing/2014/main" id="{A9677FD5-9A91-4866-B075-6DDE16433AC7}"/>
              </a:ext>
            </a:extLst>
          </p:cNvPr>
          <p:cNvGrpSpPr/>
          <p:nvPr userDrawn="1"/>
        </p:nvGrpSpPr>
        <p:grpSpPr>
          <a:xfrm>
            <a:off x="16303" y="0"/>
            <a:ext cx="12192000" cy="6858000"/>
            <a:chOff x="16303" y="6430358"/>
            <a:chExt cx="12192000" cy="6858000"/>
          </a:xfrm>
        </p:grpSpPr>
        <p:sp>
          <p:nvSpPr>
            <p:cNvPr id="11" name="Rectangle 10"/>
            <p:cNvSpPr/>
            <p:nvPr/>
          </p:nvSpPr>
          <p:spPr>
            <a:xfrm>
              <a:off x="236937" y="6430358"/>
              <a:ext cx="5078012"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r="-140094"/>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Freeform 5"/>
            <p:cNvSpPr/>
            <p:nvPr/>
          </p:nvSpPr>
          <p:spPr bwMode="gray">
            <a:xfrm rot="15922489">
              <a:off x="3144589" y="8256436"/>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rot="16200000">
              <a:off x="2233481" y="9232079"/>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16303" y="6431945"/>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6" y="2287088"/>
            <a:ext cx="3438881" cy="2283824"/>
          </a:xfrm>
        </p:spPr>
        <p:txBody>
          <a:bodyPr anchor="ctr"/>
          <a:lstStyle>
            <a:lvl1pPr algn="l">
              <a:defRPr sz="2300" b="0" cap="none"/>
            </a:lvl1pPr>
          </a:lstStyle>
          <a:p>
            <a:r>
              <a:rPr lang="en-US" noProof="0"/>
              <a:t>Click to edit Master title style</a:t>
            </a:r>
          </a:p>
        </p:txBody>
      </p:sp>
      <p:sp>
        <p:nvSpPr>
          <p:cNvPr id="4" name="Date Placeholder 3"/>
          <p:cNvSpPr>
            <a:spLocks noGrp="1"/>
          </p:cNvSpPr>
          <p:nvPr>
            <p:ph type="dt" sz="half" idx="10"/>
          </p:nvPr>
        </p:nvSpPr>
        <p:spPr/>
        <p:txBody>
          <a:bodyPr/>
          <a:lstStyle/>
          <a:p>
            <a:fld id="{8C369370-372E-0846-B090-5E6EF97A3B62}" type="datetime1">
              <a:rPr lang="en-US" noProof="0" smtClean="0"/>
              <a:t>25-Jan-26</a:t>
            </a:fld>
            <a:endParaRPr lang="en-US" noProof="0" dirty="0"/>
          </a:p>
        </p:txBody>
      </p:sp>
      <p:sp>
        <p:nvSpPr>
          <p:cNvPr id="5" name="Footer Placeholder 4"/>
          <p:cNvSpPr>
            <a:spLocks noGrp="1"/>
          </p:cNvSpPr>
          <p:nvPr>
            <p:ph type="ftr" sz="quarter" idx="11"/>
          </p:nvPr>
        </p:nvSpPr>
        <p:spPr/>
        <p:txBody>
          <a:bodyPr/>
          <a:lstStyle/>
          <a:p>
            <a:endParaRPr lang="en-US" noProof="0" dirty="0"/>
          </a:p>
        </p:txBody>
      </p:sp>
      <p:sp>
        <p:nvSpPr>
          <p:cNvPr id="15" name="Rectangle 14"/>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9FF96B15-8338-45D5-A943-561235072D66}" type="slidenum">
              <a:rPr lang="en-US" noProof="0" smtClean="0"/>
              <a:t>‹#›</a:t>
            </a:fld>
            <a:endParaRPr lang="en-US" noProof="0" dirty="0"/>
          </a:p>
        </p:txBody>
      </p:sp>
      <p:sp>
        <p:nvSpPr>
          <p:cNvPr id="14" name="Text Placeholder 13">
            <a:extLst>
              <a:ext uri="{FF2B5EF4-FFF2-40B4-BE49-F238E27FC236}">
                <a16:creationId xmlns:a16="http://schemas.microsoft.com/office/drawing/2014/main" id="{9ADD13A9-A8EA-4B1C-AE31-FE189E0E8B86}"/>
              </a:ext>
            </a:extLst>
          </p:cNvPr>
          <p:cNvSpPr>
            <a:spLocks noGrp="1"/>
          </p:cNvSpPr>
          <p:nvPr>
            <p:ph type="body" sz="quarter" idx="14" hasCustomPrompt="1"/>
          </p:nvPr>
        </p:nvSpPr>
        <p:spPr>
          <a:xfrm>
            <a:off x="6189670" y="1840992"/>
            <a:ext cx="2095046" cy="1225056"/>
          </a:xfrm>
        </p:spPr>
        <p:txBody>
          <a:bodyPr anchor="ctr">
            <a:noAutofit/>
          </a:bodyPr>
          <a:lstStyle>
            <a:lvl1pPr marL="0" indent="0" algn="l">
              <a:buNone/>
              <a:defRPr sz="1200"/>
            </a:lvl1pPr>
          </a:lstStyle>
          <a:p>
            <a:pPr lvl="0"/>
            <a:r>
              <a:rPr lang="en-US" noProof="0"/>
              <a:t>Edit bullet description</a:t>
            </a:r>
          </a:p>
        </p:txBody>
      </p:sp>
      <p:sp>
        <p:nvSpPr>
          <p:cNvPr id="18" name="Text Placeholder 13">
            <a:extLst>
              <a:ext uri="{FF2B5EF4-FFF2-40B4-BE49-F238E27FC236}">
                <a16:creationId xmlns:a16="http://schemas.microsoft.com/office/drawing/2014/main" id="{A2BAC124-81DA-4B8B-86CD-75C69A4D0DBB}"/>
              </a:ext>
            </a:extLst>
          </p:cNvPr>
          <p:cNvSpPr>
            <a:spLocks noGrp="1"/>
          </p:cNvSpPr>
          <p:nvPr>
            <p:ph type="body" sz="quarter" idx="16" hasCustomPrompt="1"/>
          </p:nvPr>
        </p:nvSpPr>
        <p:spPr>
          <a:xfrm>
            <a:off x="9519533" y="1840992"/>
            <a:ext cx="2095046" cy="1225056"/>
          </a:xfrm>
        </p:spPr>
        <p:txBody>
          <a:bodyPr anchor="ctr">
            <a:noAutofit/>
          </a:bodyPr>
          <a:lstStyle>
            <a:lvl1pPr marL="0" indent="0" algn="l">
              <a:buNone/>
              <a:defRPr sz="1200"/>
            </a:lvl1pPr>
          </a:lstStyle>
          <a:p>
            <a:pPr lvl="0"/>
            <a:r>
              <a:rPr lang="en-US" noProof="0"/>
              <a:t>Edit bullet description</a:t>
            </a:r>
          </a:p>
        </p:txBody>
      </p:sp>
      <p:sp>
        <p:nvSpPr>
          <p:cNvPr id="26" name="Text Placeholder 13">
            <a:extLst>
              <a:ext uri="{FF2B5EF4-FFF2-40B4-BE49-F238E27FC236}">
                <a16:creationId xmlns:a16="http://schemas.microsoft.com/office/drawing/2014/main" id="{B493D355-B592-4395-8255-D1D4FB1CF1A6}"/>
              </a:ext>
            </a:extLst>
          </p:cNvPr>
          <p:cNvSpPr>
            <a:spLocks noGrp="1"/>
          </p:cNvSpPr>
          <p:nvPr>
            <p:ph type="body" sz="quarter" idx="18" hasCustomPrompt="1"/>
          </p:nvPr>
        </p:nvSpPr>
        <p:spPr>
          <a:xfrm>
            <a:off x="6189670" y="3891529"/>
            <a:ext cx="2095046" cy="1222144"/>
          </a:xfrm>
        </p:spPr>
        <p:txBody>
          <a:bodyPr anchor="ctr">
            <a:noAutofit/>
          </a:bodyPr>
          <a:lstStyle>
            <a:lvl1pPr marL="0" indent="0" algn="l">
              <a:buNone/>
              <a:defRPr sz="1200"/>
            </a:lvl1pPr>
          </a:lstStyle>
          <a:p>
            <a:pPr lvl="0"/>
            <a:r>
              <a:rPr lang="en-US" noProof="0"/>
              <a:t>Edit bullet description</a:t>
            </a:r>
          </a:p>
        </p:txBody>
      </p:sp>
      <p:sp>
        <p:nvSpPr>
          <p:cNvPr id="28" name="Text Placeholder 13">
            <a:extLst>
              <a:ext uri="{FF2B5EF4-FFF2-40B4-BE49-F238E27FC236}">
                <a16:creationId xmlns:a16="http://schemas.microsoft.com/office/drawing/2014/main" id="{D0A496BB-AA13-44AE-AFA6-30D4ED5099E9}"/>
              </a:ext>
            </a:extLst>
          </p:cNvPr>
          <p:cNvSpPr>
            <a:spLocks noGrp="1"/>
          </p:cNvSpPr>
          <p:nvPr>
            <p:ph type="body" sz="quarter" idx="20" hasCustomPrompt="1"/>
          </p:nvPr>
        </p:nvSpPr>
        <p:spPr>
          <a:xfrm>
            <a:off x="9519533" y="3891529"/>
            <a:ext cx="2095046" cy="1222144"/>
          </a:xfrm>
        </p:spPr>
        <p:txBody>
          <a:bodyPr anchor="ctr">
            <a:noAutofit/>
          </a:bodyPr>
          <a:lstStyle>
            <a:lvl1pPr marL="0" indent="0" algn="l">
              <a:buNone/>
              <a:defRPr sz="1200"/>
            </a:lvl1pPr>
          </a:lstStyle>
          <a:p>
            <a:pPr lvl="0"/>
            <a:r>
              <a:rPr lang="en-US" noProof="0"/>
              <a:t>Edit bullet description</a:t>
            </a:r>
          </a:p>
        </p:txBody>
      </p:sp>
      <p:sp>
        <p:nvSpPr>
          <p:cNvPr id="20" name="Oval 19">
            <a:extLst>
              <a:ext uri="{FF2B5EF4-FFF2-40B4-BE49-F238E27FC236}">
                <a16:creationId xmlns:a16="http://schemas.microsoft.com/office/drawing/2014/main" id="{73963115-25B3-494B-9A13-AC92EFE94C09}"/>
              </a:ext>
            </a:extLst>
          </p:cNvPr>
          <p:cNvSpPr>
            <a:spLocks noChangeAspect="1"/>
          </p:cNvSpPr>
          <p:nvPr userDrawn="1"/>
        </p:nvSpPr>
        <p:spPr>
          <a:xfrm>
            <a:off x="5070995" y="1932281"/>
            <a:ext cx="1042415" cy="1042415"/>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1" name="Picture Placeholder 9">
            <a:extLst>
              <a:ext uri="{FF2B5EF4-FFF2-40B4-BE49-F238E27FC236}">
                <a16:creationId xmlns:a16="http://schemas.microsoft.com/office/drawing/2014/main" id="{3C759269-D6E6-2B41-8BEE-8B5AFB809B6A}"/>
              </a:ext>
            </a:extLst>
          </p:cNvPr>
          <p:cNvSpPr>
            <a:spLocks noGrp="1"/>
          </p:cNvSpPr>
          <p:nvPr>
            <p:ph type="pic" sz="quarter" idx="21" hasCustomPrompt="1"/>
          </p:nvPr>
        </p:nvSpPr>
        <p:spPr>
          <a:xfrm>
            <a:off x="5201494" y="2074012"/>
            <a:ext cx="781417" cy="758952"/>
          </a:xfrm>
          <a:prstGeom prst="ellipse">
            <a:avLst/>
          </a:prstGeom>
          <a:noFill/>
          <a:effectLst/>
        </p:spPr>
        <p:txBody>
          <a:bodyPr anchor="ctr">
            <a:normAutofit/>
          </a:bodyPr>
          <a:lstStyle>
            <a:lvl1pPr marL="0" indent="0" algn="ctr">
              <a:buNone/>
              <a:defRPr sz="1200" i="1"/>
            </a:lvl1pPr>
          </a:lstStyle>
          <a:p>
            <a:r>
              <a:rPr lang="en-US" noProof="0" dirty="0"/>
              <a:t>Select Icon</a:t>
            </a:r>
          </a:p>
        </p:txBody>
      </p:sp>
      <p:sp>
        <p:nvSpPr>
          <p:cNvPr id="22" name="Oval 21">
            <a:extLst>
              <a:ext uri="{FF2B5EF4-FFF2-40B4-BE49-F238E27FC236}">
                <a16:creationId xmlns:a16="http://schemas.microsoft.com/office/drawing/2014/main" id="{43E569D5-DC38-7C46-95CD-ACFBFBF591A2}"/>
              </a:ext>
            </a:extLst>
          </p:cNvPr>
          <p:cNvSpPr>
            <a:spLocks noChangeAspect="1"/>
          </p:cNvSpPr>
          <p:nvPr userDrawn="1"/>
        </p:nvSpPr>
        <p:spPr>
          <a:xfrm>
            <a:off x="5070995" y="3981394"/>
            <a:ext cx="1042415" cy="1042415"/>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4" name="Picture Placeholder 9">
            <a:extLst>
              <a:ext uri="{FF2B5EF4-FFF2-40B4-BE49-F238E27FC236}">
                <a16:creationId xmlns:a16="http://schemas.microsoft.com/office/drawing/2014/main" id="{E8396DFD-D667-2648-9BE4-6237690F7999}"/>
              </a:ext>
            </a:extLst>
          </p:cNvPr>
          <p:cNvSpPr>
            <a:spLocks noGrp="1"/>
          </p:cNvSpPr>
          <p:nvPr>
            <p:ph type="pic" sz="quarter" idx="22" hasCustomPrompt="1"/>
          </p:nvPr>
        </p:nvSpPr>
        <p:spPr>
          <a:xfrm>
            <a:off x="5201494" y="4123125"/>
            <a:ext cx="781417" cy="758952"/>
          </a:xfrm>
          <a:prstGeom prst="ellipse">
            <a:avLst/>
          </a:prstGeom>
          <a:noFill/>
          <a:effectLst/>
        </p:spPr>
        <p:txBody>
          <a:bodyPr anchor="ctr">
            <a:normAutofit/>
          </a:bodyPr>
          <a:lstStyle>
            <a:lvl1pPr marL="0" indent="0" algn="ctr">
              <a:buNone/>
              <a:defRPr sz="1200" i="1"/>
            </a:lvl1pPr>
          </a:lstStyle>
          <a:p>
            <a:r>
              <a:rPr lang="en-US" noProof="0" dirty="0"/>
              <a:t>Select Icon</a:t>
            </a:r>
          </a:p>
        </p:txBody>
      </p:sp>
    </p:spTree>
    <p:extLst>
      <p:ext uri="{BB962C8B-B14F-4D97-AF65-F5344CB8AC3E}">
        <p14:creationId xmlns:p14="http://schemas.microsoft.com/office/powerpoint/2010/main" val="2929901043"/>
      </p:ext>
    </p:extLst>
  </p:cSld>
  <p:clrMapOvr>
    <a:masterClrMapping/>
  </p:clrMapOvr>
  <mc:AlternateContent xmlns:mc="http://schemas.openxmlformats.org/markup-compatibility/2006" xmlns:p15="http://schemas.microsoft.com/office/powerpoint/2012/main">
    <mc:Choice Requires="p15">
      <p:transition spd="med">
        <p15:prstTrans prst="peelOff" invX="1"/>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Picture with Caption">
    <p:spTree>
      <p:nvGrpSpPr>
        <p:cNvPr id="1" name=""/>
        <p:cNvGrpSpPr/>
        <p:nvPr/>
      </p:nvGrpSpPr>
      <p:grpSpPr>
        <a:xfrm>
          <a:off x="0" y="0"/>
          <a:ext cx="0" cy="0"/>
          <a:chOff x="0" y="0"/>
          <a:chExt cx="0" cy="0"/>
        </a:xfrm>
      </p:grpSpPr>
      <p:grpSp>
        <p:nvGrpSpPr>
          <p:cNvPr id="20" name="Group 19"/>
          <p:cNvGrpSpPr/>
          <p:nvPr/>
        </p:nvGrpSpPr>
        <p:grpSpPr>
          <a:xfrm>
            <a:off x="0" y="-2373"/>
            <a:ext cx="12192000" cy="6867027"/>
            <a:chOff x="0" y="-2373"/>
            <a:chExt cx="12192000" cy="6867027"/>
          </a:xfrm>
        </p:grpSpPr>
        <p:sp>
          <p:nvSpPr>
            <p:cNvPr id="12" name="Rectangle 11"/>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8" name="Rectangle 7"/>
            <p:cNvSpPr/>
            <p:nvPr/>
          </p:nvSpPr>
          <p:spPr>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0"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3907" y="1693332"/>
            <a:ext cx="3860260" cy="1735668"/>
          </a:xfrm>
        </p:spPr>
        <p:txBody>
          <a:bodyPr anchor="b">
            <a:normAutofit/>
          </a:bodyPr>
          <a:lstStyle>
            <a:lvl1pPr algn="l">
              <a:defRPr sz="2300" b="0"/>
            </a:lvl1pPr>
          </a:lstStyle>
          <a:p>
            <a:r>
              <a:rPr lang="en-US" noProof="0"/>
              <a:t>Click to edit Master title style</a:t>
            </a:r>
          </a:p>
        </p:txBody>
      </p:sp>
      <p:sp>
        <p:nvSpPr>
          <p:cNvPr id="22" name="Picture Placeholder 21">
            <a:extLst>
              <a:ext uri="{FF2B5EF4-FFF2-40B4-BE49-F238E27FC236}">
                <a16:creationId xmlns:a16="http://schemas.microsoft.com/office/drawing/2014/main" id="{215A5A73-8E13-4E38-8362-0A09BA944115}"/>
              </a:ext>
            </a:extLst>
          </p:cNvPr>
          <p:cNvSpPr>
            <a:spLocks noGrp="1"/>
          </p:cNvSpPr>
          <p:nvPr>
            <p:ph type="pic" idx="1"/>
          </p:nvPr>
        </p:nvSpPr>
        <p:spPr>
          <a:xfrm>
            <a:off x="6058861" y="478881"/>
            <a:ext cx="5582675" cy="5908526"/>
          </a:xfrm>
          <a:custGeom>
            <a:avLst/>
            <a:gdLst>
              <a:gd name="connsiteX0" fmla="*/ 10816 w 5582675"/>
              <a:gd name="connsiteY0" fmla="*/ 0 h 5908526"/>
              <a:gd name="connsiteX1" fmla="*/ 5582675 w 5582675"/>
              <a:gd name="connsiteY1" fmla="*/ 0 h 5908526"/>
              <a:gd name="connsiteX2" fmla="*/ 5582675 w 5582675"/>
              <a:gd name="connsiteY2" fmla="*/ 5908526 h 5908526"/>
              <a:gd name="connsiteX3" fmla="*/ 0 w 5582675"/>
              <a:gd name="connsiteY3" fmla="*/ 5908526 h 5908526"/>
              <a:gd name="connsiteX4" fmla="*/ 30693 w 5582675"/>
              <a:gd name="connsiteY4" fmla="*/ 5722836 h 5908526"/>
              <a:gd name="connsiteX5" fmla="*/ 223682 w 5582675"/>
              <a:gd name="connsiteY5" fmla="*/ 2921544 h 5908526"/>
              <a:gd name="connsiteX6" fmla="*/ 30693 w 5582675"/>
              <a:gd name="connsiteY6" fmla="*/ 120253 h 59085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82675" h="5908526">
                <a:moveTo>
                  <a:pt x="10816" y="0"/>
                </a:moveTo>
                <a:lnTo>
                  <a:pt x="5582675" y="0"/>
                </a:lnTo>
                <a:lnTo>
                  <a:pt x="5582675" y="5908526"/>
                </a:lnTo>
                <a:lnTo>
                  <a:pt x="0" y="5908526"/>
                </a:lnTo>
                <a:lnTo>
                  <a:pt x="30693" y="5722836"/>
                </a:lnTo>
                <a:cubicBezTo>
                  <a:pt x="153771" y="4890115"/>
                  <a:pt x="223682" y="3935837"/>
                  <a:pt x="223682" y="2921544"/>
                </a:cubicBezTo>
                <a:cubicBezTo>
                  <a:pt x="223682" y="1907252"/>
                  <a:pt x="153771" y="952973"/>
                  <a:pt x="30693" y="120253"/>
                </a:cubicBezTo>
                <a:close/>
              </a:path>
            </a:pathLst>
          </a:custGeom>
          <a:effectLst/>
        </p:spPr>
        <p:txBody>
          <a:bodyPr wrap="square" anchor="ctr">
            <a:no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noProof="0"/>
              <a:t>Click icon to add picture</a:t>
            </a:r>
            <a:endParaRPr lang="en-US" noProof="0" dirty="0"/>
          </a:p>
        </p:txBody>
      </p:sp>
      <p:sp>
        <p:nvSpPr>
          <p:cNvPr id="4" name="Text Placeholder 3"/>
          <p:cNvSpPr>
            <a:spLocks noGrp="1"/>
          </p:cNvSpPr>
          <p:nvPr>
            <p:ph type="body" sz="half" idx="2"/>
          </p:nvPr>
        </p:nvSpPr>
        <p:spPr bwMode="gray">
          <a:xfrm>
            <a:off x="1154955" y="3657600"/>
            <a:ext cx="3859212" cy="1371600"/>
          </a:xfrm>
        </p:spPr>
        <p:txBody>
          <a:bodyPr>
            <a:normAutofit/>
          </a:bodyPr>
          <a:lstStyle>
            <a:lvl1pPr marL="285750" indent="-285750">
              <a:buFont typeface="Arial" panose="020B0604020202020204" pitchFamily="34" charset="0"/>
              <a:buChar char="•"/>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noProof="0"/>
              <a:t>Click to edit Master text styles</a:t>
            </a:r>
          </a:p>
        </p:txBody>
      </p:sp>
      <p:sp>
        <p:nvSpPr>
          <p:cNvPr id="5" name="Date Placeholder 4"/>
          <p:cNvSpPr>
            <a:spLocks noGrp="1"/>
          </p:cNvSpPr>
          <p:nvPr>
            <p:ph type="dt" sz="half" idx="10"/>
          </p:nvPr>
        </p:nvSpPr>
        <p:spPr/>
        <p:txBody>
          <a:bodyPr/>
          <a:lstStyle/>
          <a:p>
            <a:fld id="{163A5200-74F0-9445-8847-A53AA9C11C7B}" type="datetime1">
              <a:rPr lang="en-US" noProof="0" smtClean="0"/>
              <a:t>25-Jan-26</a:t>
            </a:fld>
            <a:endParaRPr lang="en-US" noProof="0" dirty="0"/>
          </a:p>
        </p:txBody>
      </p:sp>
      <p:sp>
        <p:nvSpPr>
          <p:cNvPr id="6" name="Footer Placeholder 5"/>
          <p:cNvSpPr>
            <a:spLocks noGrp="1"/>
          </p:cNvSpPr>
          <p:nvPr>
            <p:ph type="ftr" sz="quarter" idx="11"/>
          </p:nvPr>
        </p:nvSpPr>
        <p:spPr/>
        <p:txBody>
          <a:bodyPr/>
          <a:lstStyle/>
          <a:p>
            <a:endParaRPr lang="en-US" noProof="0" dirty="0"/>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9FF96B15-8338-45D5-A943-561235072D66}" type="slidenum">
              <a:rPr lang="en-US" noProof="0" smtClean="0"/>
              <a:t>‹#›</a:t>
            </a:fld>
            <a:endParaRPr lang="en-US" noProof="0" dirty="0"/>
          </a:p>
        </p:txBody>
      </p:sp>
    </p:spTree>
    <p:extLst>
      <p:ext uri="{BB962C8B-B14F-4D97-AF65-F5344CB8AC3E}">
        <p14:creationId xmlns:p14="http://schemas.microsoft.com/office/powerpoint/2010/main" val="4183431551"/>
      </p:ext>
    </p:extLst>
  </p:cSld>
  <p:clrMapOvr>
    <a:masterClrMapping/>
  </p:clrMapOvr>
  <mc:AlternateContent xmlns:mc="http://schemas.openxmlformats.org/markup-compatibility/2006" xmlns:p15="http://schemas.microsoft.com/office/powerpoint/2012/main">
    <mc:Choice Requires="p15">
      <p:transition spd="med">
        <p15:prstTrans prst="peelOff" invX="1"/>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Content with Caption">
    <p:spTree>
      <p:nvGrpSpPr>
        <p:cNvPr id="1" name=""/>
        <p:cNvGrpSpPr/>
        <p:nvPr/>
      </p:nvGrpSpPr>
      <p:grpSpPr>
        <a:xfrm>
          <a:off x="0" y="0"/>
          <a:ext cx="0" cy="0"/>
          <a:chOff x="0" y="0"/>
          <a:chExt cx="0" cy="0"/>
        </a:xfrm>
      </p:grpSpPr>
      <p:grpSp>
        <p:nvGrpSpPr>
          <p:cNvPr id="20" name="Group 19"/>
          <p:cNvGrpSpPr/>
          <p:nvPr/>
        </p:nvGrpSpPr>
        <p:grpSpPr>
          <a:xfrm>
            <a:off x="0" y="-2373"/>
            <a:ext cx="12192000" cy="6867027"/>
            <a:chOff x="0" y="-2373"/>
            <a:chExt cx="12192000" cy="6867027"/>
          </a:xfrm>
        </p:grpSpPr>
        <p:sp>
          <p:nvSpPr>
            <p:cNvPr id="12" name="Rectangle 11"/>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8" name="Rectangle 7"/>
            <p:cNvSpPr/>
            <p:nvPr/>
          </p:nvSpPr>
          <p:spPr>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0"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1" name="Content Placeholder 10">
            <a:extLst>
              <a:ext uri="{FF2B5EF4-FFF2-40B4-BE49-F238E27FC236}">
                <a16:creationId xmlns:a16="http://schemas.microsoft.com/office/drawing/2014/main" id="{B50BDD93-02DA-4B21-9556-FA8B9894F903}"/>
              </a:ext>
            </a:extLst>
          </p:cNvPr>
          <p:cNvSpPr>
            <a:spLocks noGrp="1"/>
          </p:cNvSpPr>
          <p:nvPr>
            <p:ph sz="quarter" idx="13"/>
          </p:nvPr>
        </p:nvSpPr>
        <p:spPr>
          <a:xfrm>
            <a:off x="6058861" y="478880"/>
            <a:ext cx="5582675" cy="5900239"/>
          </a:xfrm>
          <a:custGeom>
            <a:avLst/>
            <a:gdLst>
              <a:gd name="connsiteX0" fmla="*/ 0 w 5582675"/>
              <a:gd name="connsiteY0" fmla="*/ 0 h 5900239"/>
              <a:gd name="connsiteX1" fmla="*/ 5582675 w 5582675"/>
              <a:gd name="connsiteY1" fmla="*/ 0 h 5900239"/>
              <a:gd name="connsiteX2" fmla="*/ 5582675 w 5582675"/>
              <a:gd name="connsiteY2" fmla="*/ 5900239 h 5900239"/>
              <a:gd name="connsiteX3" fmla="*/ 0 w 5582675"/>
              <a:gd name="connsiteY3" fmla="*/ 5900239 h 5900239"/>
              <a:gd name="connsiteX4" fmla="*/ 0 w 5582675"/>
              <a:gd name="connsiteY4" fmla="*/ 0 h 5900239"/>
              <a:gd name="connsiteX0" fmla="*/ 3501 w 5586176"/>
              <a:gd name="connsiteY0" fmla="*/ 0 h 5900239"/>
              <a:gd name="connsiteX1" fmla="*/ 5586176 w 5586176"/>
              <a:gd name="connsiteY1" fmla="*/ 0 h 5900239"/>
              <a:gd name="connsiteX2" fmla="*/ 5586176 w 5586176"/>
              <a:gd name="connsiteY2" fmla="*/ 5900239 h 5900239"/>
              <a:gd name="connsiteX3" fmla="*/ 3501 w 5586176"/>
              <a:gd name="connsiteY3" fmla="*/ 5900239 h 5900239"/>
              <a:gd name="connsiteX4" fmla="*/ 0 w 5586176"/>
              <a:gd name="connsiteY4" fmla="*/ 3615600 h 5900239"/>
              <a:gd name="connsiteX5" fmla="*/ 3501 w 5586176"/>
              <a:gd name="connsiteY5" fmla="*/ 0 h 5900239"/>
              <a:gd name="connsiteX0" fmla="*/ 0 w 5582675"/>
              <a:gd name="connsiteY0" fmla="*/ 0 h 5900239"/>
              <a:gd name="connsiteX1" fmla="*/ 5582675 w 5582675"/>
              <a:gd name="connsiteY1" fmla="*/ 0 h 5900239"/>
              <a:gd name="connsiteX2" fmla="*/ 5582675 w 5582675"/>
              <a:gd name="connsiteY2" fmla="*/ 5900239 h 5900239"/>
              <a:gd name="connsiteX3" fmla="*/ 0 w 5582675"/>
              <a:gd name="connsiteY3" fmla="*/ 5900239 h 5900239"/>
              <a:gd name="connsiteX4" fmla="*/ 220019 w 5582675"/>
              <a:gd name="connsiteY4" fmla="*/ 3442880 h 5900239"/>
              <a:gd name="connsiteX5" fmla="*/ 0 w 5582675"/>
              <a:gd name="connsiteY5" fmla="*/ 0 h 5900239"/>
              <a:gd name="connsiteX0" fmla="*/ 0 w 5582675"/>
              <a:gd name="connsiteY0" fmla="*/ 0 h 5900239"/>
              <a:gd name="connsiteX1" fmla="*/ 5582675 w 5582675"/>
              <a:gd name="connsiteY1" fmla="*/ 0 h 5900239"/>
              <a:gd name="connsiteX2" fmla="*/ 5582675 w 5582675"/>
              <a:gd name="connsiteY2" fmla="*/ 5900239 h 5900239"/>
              <a:gd name="connsiteX3" fmla="*/ 0 w 5582675"/>
              <a:gd name="connsiteY3" fmla="*/ 5900239 h 5900239"/>
              <a:gd name="connsiteX4" fmla="*/ 220019 w 5582675"/>
              <a:gd name="connsiteY4" fmla="*/ 3442880 h 5900239"/>
              <a:gd name="connsiteX5" fmla="*/ 11739 w 5582675"/>
              <a:gd name="connsiteY5" fmla="*/ 237400 h 5900239"/>
              <a:gd name="connsiteX6" fmla="*/ 0 w 5582675"/>
              <a:gd name="connsiteY6" fmla="*/ 0 h 5900239"/>
              <a:gd name="connsiteX0" fmla="*/ 0 w 5582675"/>
              <a:gd name="connsiteY0" fmla="*/ 0 h 5900239"/>
              <a:gd name="connsiteX1" fmla="*/ 5582675 w 5582675"/>
              <a:gd name="connsiteY1" fmla="*/ 0 h 5900239"/>
              <a:gd name="connsiteX2" fmla="*/ 5582675 w 5582675"/>
              <a:gd name="connsiteY2" fmla="*/ 5900239 h 5900239"/>
              <a:gd name="connsiteX3" fmla="*/ 0 w 5582675"/>
              <a:gd name="connsiteY3" fmla="*/ 5900239 h 5900239"/>
              <a:gd name="connsiteX4" fmla="*/ 220019 w 5582675"/>
              <a:gd name="connsiteY4" fmla="*/ 3442880 h 5900239"/>
              <a:gd name="connsiteX5" fmla="*/ 11739 w 5582675"/>
              <a:gd name="connsiteY5" fmla="*/ 237400 h 5900239"/>
              <a:gd name="connsiteX6" fmla="*/ 0 w 5582675"/>
              <a:gd name="connsiteY6" fmla="*/ 0 h 5900239"/>
              <a:gd name="connsiteX0" fmla="*/ 0 w 5582675"/>
              <a:gd name="connsiteY0" fmla="*/ 0 h 5900239"/>
              <a:gd name="connsiteX1" fmla="*/ 5582675 w 5582675"/>
              <a:gd name="connsiteY1" fmla="*/ 0 h 5900239"/>
              <a:gd name="connsiteX2" fmla="*/ 5582675 w 5582675"/>
              <a:gd name="connsiteY2" fmla="*/ 5900239 h 5900239"/>
              <a:gd name="connsiteX3" fmla="*/ 0 w 5582675"/>
              <a:gd name="connsiteY3" fmla="*/ 5900239 h 5900239"/>
              <a:gd name="connsiteX4" fmla="*/ 220019 w 5582675"/>
              <a:gd name="connsiteY4" fmla="*/ 3442880 h 5900239"/>
              <a:gd name="connsiteX5" fmla="*/ 62539 w 5582675"/>
              <a:gd name="connsiteY5" fmla="*/ 237400 h 5900239"/>
              <a:gd name="connsiteX6" fmla="*/ 0 w 5582675"/>
              <a:gd name="connsiteY6" fmla="*/ 0 h 5900239"/>
              <a:gd name="connsiteX0" fmla="*/ 0 w 5582675"/>
              <a:gd name="connsiteY0" fmla="*/ 0 h 5900239"/>
              <a:gd name="connsiteX1" fmla="*/ 5582675 w 5582675"/>
              <a:gd name="connsiteY1" fmla="*/ 0 h 5900239"/>
              <a:gd name="connsiteX2" fmla="*/ 5582675 w 5582675"/>
              <a:gd name="connsiteY2" fmla="*/ 5900239 h 5900239"/>
              <a:gd name="connsiteX3" fmla="*/ 0 w 5582675"/>
              <a:gd name="connsiteY3" fmla="*/ 5900239 h 5900239"/>
              <a:gd name="connsiteX4" fmla="*/ 220019 w 5582675"/>
              <a:gd name="connsiteY4" fmla="*/ 3442880 h 5900239"/>
              <a:gd name="connsiteX5" fmla="*/ 62539 w 5582675"/>
              <a:gd name="connsiteY5" fmla="*/ 237400 h 5900239"/>
              <a:gd name="connsiteX6" fmla="*/ 0 w 5582675"/>
              <a:gd name="connsiteY6" fmla="*/ 0 h 5900239"/>
              <a:gd name="connsiteX0" fmla="*/ 0 w 5582675"/>
              <a:gd name="connsiteY0" fmla="*/ 0 h 5900239"/>
              <a:gd name="connsiteX1" fmla="*/ 5582675 w 5582675"/>
              <a:gd name="connsiteY1" fmla="*/ 0 h 5900239"/>
              <a:gd name="connsiteX2" fmla="*/ 5582675 w 5582675"/>
              <a:gd name="connsiteY2" fmla="*/ 5900239 h 5900239"/>
              <a:gd name="connsiteX3" fmla="*/ 0 w 5582675"/>
              <a:gd name="connsiteY3" fmla="*/ 5900239 h 5900239"/>
              <a:gd name="connsiteX4" fmla="*/ 220019 w 5582675"/>
              <a:gd name="connsiteY4" fmla="*/ 3442880 h 5900239"/>
              <a:gd name="connsiteX5" fmla="*/ 62539 w 5582675"/>
              <a:gd name="connsiteY5" fmla="*/ 237400 h 5900239"/>
              <a:gd name="connsiteX6" fmla="*/ 0 w 5582675"/>
              <a:gd name="connsiteY6" fmla="*/ 0 h 5900239"/>
              <a:gd name="connsiteX0" fmla="*/ 0 w 5582675"/>
              <a:gd name="connsiteY0" fmla="*/ 0 h 5900239"/>
              <a:gd name="connsiteX1" fmla="*/ 5582675 w 5582675"/>
              <a:gd name="connsiteY1" fmla="*/ 0 h 5900239"/>
              <a:gd name="connsiteX2" fmla="*/ 5582675 w 5582675"/>
              <a:gd name="connsiteY2" fmla="*/ 5900239 h 5900239"/>
              <a:gd name="connsiteX3" fmla="*/ 0 w 5582675"/>
              <a:gd name="connsiteY3" fmla="*/ 5900239 h 5900239"/>
              <a:gd name="connsiteX4" fmla="*/ 220019 w 5582675"/>
              <a:gd name="connsiteY4" fmla="*/ 3442880 h 5900239"/>
              <a:gd name="connsiteX5" fmla="*/ 47299 w 5582675"/>
              <a:gd name="connsiteY5" fmla="*/ 247560 h 5900239"/>
              <a:gd name="connsiteX6" fmla="*/ 0 w 5582675"/>
              <a:gd name="connsiteY6" fmla="*/ 0 h 5900239"/>
              <a:gd name="connsiteX0" fmla="*/ 0 w 5582675"/>
              <a:gd name="connsiteY0" fmla="*/ 0 h 5900239"/>
              <a:gd name="connsiteX1" fmla="*/ 5582675 w 5582675"/>
              <a:gd name="connsiteY1" fmla="*/ 0 h 5900239"/>
              <a:gd name="connsiteX2" fmla="*/ 5582675 w 5582675"/>
              <a:gd name="connsiteY2" fmla="*/ 5900239 h 5900239"/>
              <a:gd name="connsiteX3" fmla="*/ 0 w 5582675"/>
              <a:gd name="connsiteY3" fmla="*/ 5900239 h 5900239"/>
              <a:gd name="connsiteX4" fmla="*/ 11739 w 5582675"/>
              <a:gd name="connsiteY4" fmla="*/ 5647600 h 5900239"/>
              <a:gd name="connsiteX5" fmla="*/ 220019 w 5582675"/>
              <a:gd name="connsiteY5" fmla="*/ 3442880 h 5900239"/>
              <a:gd name="connsiteX6" fmla="*/ 47299 w 5582675"/>
              <a:gd name="connsiteY6" fmla="*/ 247560 h 5900239"/>
              <a:gd name="connsiteX7" fmla="*/ 0 w 5582675"/>
              <a:gd name="connsiteY7" fmla="*/ 0 h 5900239"/>
              <a:gd name="connsiteX0" fmla="*/ 0 w 5582675"/>
              <a:gd name="connsiteY0" fmla="*/ 0 h 5900239"/>
              <a:gd name="connsiteX1" fmla="*/ 5582675 w 5582675"/>
              <a:gd name="connsiteY1" fmla="*/ 0 h 5900239"/>
              <a:gd name="connsiteX2" fmla="*/ 5582675 w 5582675"/>
              <a:gd name="connsiteY2" fmla="*/ 5900239 h 5900239"/>
              <a:gd name="connsiteX3" fmla="*/ 0 w 5582675"/>
              <a:gd name="connsiteY3" fmla="*/ 5900239 h 5900239"/>
              <a:gd name="connsiteX4" fmla="*/ 52379 w 5582675"/>
              <a:gd name="connsiteY4" fmla="*/ 5647600 h 5900239"/>
              <a:gd name="connsiteX5" fmla="*/ 220019 w 5582675"/>
              <a:gd name="connsiteY5" fmla="*/ 3442880 h 5900239"/>
              <a:gd name="connsiteX6" fmla="*/ 47299 w 5582675"/>
              <a:gd name="connsiteY6" fmla="*/ 247560 h 5900239"/>
              <a:gd name="connsiteX7" fmla="*/ 0 w 5582675"/>
              <a:gd name="connsiteY7" fmla="*/ 0 h 5900239"/>
              <a:gd name="connsiteX0" fmla="*/ 0 w 5582675"/>
              <a:gd name="connsiteY0" fmla="*/ 0 h 5900239"/>
              <a:gd name="connsiteX1" fmla="*/ 5582675 w 5582675"/>
              <a:gd name="connsiteY1" fmla="*/ 0 h 5900239"/>
              <a:gd name="connsiteX2" fmla="*/ 5582675 w 5582675"/>
              <a:gd name="connsiteY2" fmla="*/ 5900239 h 5900239"/>
              <a:gd name="connsiteX3" fmla="*/ 0 w 5582675"/>
              <a:gd name="connsiteY3" fmla="*/ 5900239 h 5900239"/>
              <a:gd name="connsiteX4" fmla="*/ 42854 w 5582675"/>
              <a:gd name="connsiteY4" fmla="*/ 5653315 h 5900239"/>
              <a:gd name="connsiteX5" fmla="*/ 220019 w 5582675"/>
              <a:gd name="connsiteY5" fmla="*/ 3442880 h 5900239"/>
              <a:gd name="connsiteX6" fmla="*/ 47299 w 5582675"/>
              <a:gd name="connsiteY6" fmla="*/ 247560 h 5900239"/>
              <a:gd name="connsiteX7" fmla="*/ 0 w 5582675"/>
              <a:gd name="connsiteY7" fmla="*/ 0 h 5900239"/>
              <a:gd name="connsiteX0" fmla="*/ 0 w 5582675"/>
              <a:gd name="connsiteY0" fmla="*/ 0 h 5900239"/>
              <a:gd name="connsiteX1" fmla="*/ 5582675 w 5582675"/>
              <a:gd name="connsiteY1" fmla="*/ 0 h 5900239"/>
              <a:gd name="connsiteX2" fmla="*/ 5582675 w 5582675"/>
              <a:gd name="connsiteY2" fmla="*/ 5900239 h 5900239"/>
              <a:gd name="connsiteX3" fmla="*/ 0 w 5582675"/>
              <a:gd name="connsiteY3" fmla="*/ 5900239 h 5900239"/>
              <a:gd name="connsiteX4" fmla="*/ 42854 w 5582675"/>
              <a:gd name="connsiteY4" fmla="*/ 5653315 h 5900239"/>
              <a:gd name="connsiteX5" fmla="*/ 220019 w 5582675"/>
              <a:gd name="connsiteY5" fmla="*/ 3442880 h 5900239"/>
              <a:gd name="connsiteX6" fmla="*/ 47299 w 5582675"/>
              <a:gd name="connsiteY6" fmla="*/ 247560 h 5900239"/>
              <a:gd name="connsiteX7" fmla="*/ 0 w 5582675"/>
              <a:gd name="connsiteY7" fmla="*/ 0 h 5900239"/>
              <a:gd name="connsiteX0" fmla="*/ 0 w 5582675"/>
              <a:gd name="connsiteY0" fmla="*/ 0 h 5900239"/>
              <a:gd name="connsiteX1" fmla="*/ 5582675 w 5582675"/>
              <a:gd name="connsiteY1" fmla="*/ 0 h 5900239"/>
              <a:gd name="connsiteX2" fmla="*/ 5582675 w 5582675"/>
              <a:gd name="connsiteY2" fmla="*/ 5900239 h 5900239"/>
              <a:gd name="connsiteX3" fmla="*/ 0 w 5582675"/>
              <a:gd name="connsiteY3" fmla="*/ 5900239 h 5900239"/>
              <a:gd name="connsiteX4" fmla="*/ 42854 w 5582675"/>
              <a:gd name="connsiteY4" fmla="*/ 5653315 h 5900239"/>
              <a:gd name="connsiteX5" fmla="*/ 220019 w 5582675"/>
              <a:gd name="connsiteY5" fmla="*/ 3442880 h 5900239"/>
              <a:gd name="connsiteX6" fmla="*/ 47299 w 5582675"/>
              <a:gd name="connsiteY6" fmla="*/ 247560 h 5900239"/>
              <a:gd name="connsiteX7" fmla="*/ 0 w 5582675"/>
              <a:gd name="connsiteY7" fmla="*/ 0 h 5900239"/>
              <a:gd name="connsiteX0" fmla="*/ 0 w 5582675"/>
              <a:gd name="connsiteY0" fmla="*/ 0 h 5900239"/>
              <a:gd name="connsiteX1" fmla="*/ 5582675 w 5582675"/>
              <a:gd name="connsiteY1" fmla="*/ 0 h 5900239"/>
              <a:gd name="connsiteX2" fmla="*/ 5582675 w 5582675"/>
              <a:gd name="connsiteY2" fmla="*/ 5900239 h 5900239"/>
              <a:gd name="connsiteX3" fmla="*/ 0 w 5582675"/>
              <a:gd name="connsiteY3" fmla="*/ 5900239 h 5900239"/>
              <a:gd name="connsiteX4" fmla="*/ 42854 w 5582675"/>
              <a:gd name="connsiteY4" fmla="*/ 5653315 h 5900239"/>
              <a:gd name="connsiteX5" fmla="*/ 220019 w 5582675"/>
              <a:gd name="connsiteY5" fmla="*/ 3442880 h 5900239"/>
              <a:gd name="connsiteX6" fmla="*/ 47299 w 5582675"/>
              <a:gd name="connsiteY6" fmla="*/ 247560 h 5900239"/>
              <a:gd name="connsiteX7" fmla="*/ 0 w 5582675"/>
              <a:gd name="connsiteY7" fmla="*/ 0 h 5900239"/>
              <a:gd name="connsiteX0" fmla="*/ 0 w 5582675"/>
              <a:gd name="connsiteY0" fmla="*/ 0 h 5900239"/>
              <a:gd name="connsiteX1" fmla="*/ 5582675 w 5582675"/>
              <a:gd name="connsiteY1" fmla="*/ 0 h 5900239"/>
              <a:gd name="connsiteX2" fmla="*/ 5582675 w 5582675"/>
              <a:gd name="connsiteY2" fmla="*/ 5900239 h 5900239"/>
              <a:gd name="connsiteX3" fmla="*/ 0 w 5582675"/>
              <a:gd name="connsiteY3" fmla="*/ 5900239 h 5900239"/>
              <a:gd name="connsiteX4" fmla="*/ 42854 w 5582675"/>
              <a:gd name="connsiteY4" fmla="*/ 5653315 h 5900239"/>
              <a:gd name="connsiteX5" fmla="*/ 220019 w 5582675"/>
              <a:gd name="connsiteY5" fmla="*/ 3442880 h 5900239"/>
              <a:gd name="connsiteX6" fmla="*/ 47299 w 5582675"/>
              <a:gd name="connsiteY6" fmla="*/ 247560 h 5900239"/>
              <a:gd name="connsiteX7" fmla="*/ 0 w 5582675"/>
              <a:gd name="connsiteY7" fmla="*/ 0 h 5900239"/>
              <a:gd name="connsiteX0" fmla="*/ 0 w 5582675"/>
              <a:gd name="connsiteY0" fmla="*/ 0 h 5900239"/>
              <a:gd name="connsiteX1" fmla="*/ 5582675 w 5582675"/>
              <a:gd name="connsiteY1" fmla="*/ 0 h 5900239"/>
              <a:gd name="connsiteX2" fmla="*/ 5582675 w 5582675"/>
              <a:gd name="connsiteY2" fmla="*/ 5900239 h 5900239"/>
              <a:gd name="connsiteX3" fmla="*/ 0 w 5582675"/>
              <a:gd name="connsiteY3" fmla="*/ 5900239 h 5900239"/>
              <a:gd name="connsiteX4" fmla="*/ 42854 w 5582675"/>
              <a:gd name="connsiteY4" fmla="*/ 5653315 h 5900239"/>
              <a:gd name="connsiteX5" fmla="*/ 220019 w 5582675"/>
              <a:gd name="connsiteY5" fmla="*/ 3442880 h 5900239"/>
              <a:gd name="connsiteX6" fmla="*/ 47299 w 5582675"/>
              <a:gd name="connsiteY6" fmla="*/ 247560 h 5900239"/>
              <a:gd name="connsiteX7" fmla="*/ 0 w 5582675"/>
              <a:gd name="connsiteY7" fmla="*/ 0 h 5900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582675" h="5900239">
                <a:moveTo>
                  <a:pt x="0" y="0"/>
                </a:moveTo>
                <a:lnTo>
                  <a:pt x="5582675" y="0"/>
                </a:lnTo>
                <a:lnTo>
                  <a:pt x="5582675" y="5900239"/>
                </a:lnTo>
                <a:lnTo>
                  <a:pt x="0" y="5900239"/>
                </a:lnTo>
                <a:cubicBezTo>
                  <a:pt x="14285" y="5817931"/>
                  <a:pt x="34284" y="5741338"/>
                  <a:pt x="42854" y="5653315"/>
                </a:cubicBezTo>
                <a:cubicBezTo>
                  <a:pt x="145724" y="4908883"/>
                  <a:pt x="181919" y="4332092"/>
                  <a:pt x="220019" y="3442880"/>
                </a:cubicBezTo>
                <a:cubicBezTo>
                  <a:pt x="221712" y="2333747"/>
                  <a:pt x="182766" y="1285573"/>
                  <a:pt x="47299" y="247560"/>
                </a:cubicBezTo>
                <a:lnTo>
                  <a:pt x="0" y="0"/>
                </a:lnTo>
                <a:close/>
              </a:path>
            </a:pathLst>
          </a:custGeo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 name="Title 1"/>
          <p:cNvSpPr>
            <a:spLocks noGrp="1"/>
          </p:cNvSpPr>
          <p:nvPr>
            <p:ph type="title"/>
          </p:nvPr>
        </p:nvSpPr>
        <p:spPr>
          <a:xfrm>
            <a:off x="1153907" y="1693332"/>
            <a:ext cx="3860260" cy="1735668"/>
          </a:xfrm>
        </p:spPr>
        <p:txBody>
          <a:bodyPr anchor="b">
            <a:normAutofit/>
          </a:bodyPr>
          <a:lstStyle>
            <a:lvl1pPr algn="l">
              <a:defRPr sz="2300" b="0"/>
            </a:lvl1pPr>
          </a:lstStyle>
          <a:p>
            <a:r>
              <a:rPr lang="en-US" noProof="0"/>
              <a:t>Click to edit Master title style</a:t>
            </a:r>
          </a:p>
        </p:txBody>
      </p:sp>
      <p:sp>
        <p:nvSpPr>
          <p:cNvPr id="4" name="Text Placeholder 3"/>
          <p:cNvSpPr>
            <a:spLocks noGrp="1"/>
          </p:cNvSpPr>
          <p:nvPr>
            <p:ph type="body" sz="half" idx="2"/>
          </p:nvPr>
        </p:nvSpPr>
        <p:spPr bwMode="gray">
          <a:xfrm>
            <a:off x="1154955" y="3657600"/>
            <a:ext cx="3859212" cy="1371600"/>
          </a:xfrm>
        </p:spPr>
        <p:txBody>
          <a:bodyPr>
            <a:normAutofit/>
          </a:bodyPr>
          <a:lstStyle>
            <a:lvl1pPr marL="285750" indent="-285750">
              <a:buFont typeface="Arial" panose="020B0604020202020204" pitchFamily="34" charset="0"/>
              <a:buChar char="•"/>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noProof="0"/>
              <a:t>Click to edit Master text styles</a:t>
            </a:r>
          </a:p>
        </p:txBody>
      </p:sp>
      <p:sp>
        <p:nvSpPr>
          <p:cNvPr id="5" name="Date Placeholder 4"/>
          <p:cNvSpPr>
            <a:spLocks noGrp="1"/>
          </p:cNvSpPr>
          <p:nvPr>
            <p:ph type="dt" sz="half" idx="10"/>
          </p:nvPr>
        </p:nvSpPr>
        <p:spPr/>
        <p:txBody>
          <a:bodyPr/>
          <a:lstStyle/>
          <a:p>
            <a:fld id="{163A5200-74F0-9445-8847-A53AA9C11C7B}" type="datetime1">
              <a:rPr lang="en-US" noProof="0" smtClean="0"/>
              <a:t>25-Jan-26</a:t>
            </a:fld>
            <a:endParaRPr lang="en-US" noProof="0" dirty="0"/>
          </a:p>
        </p:txBody>
      </p:sp>
      <p:sp>
        <p:nvSpPr>
          <p:cNvPr id="6" name="Footer Placeholder 5"/>
          <p:cNvSpPr>
            <a:spLocks noGrp="1"/>
          </p:cNvSpPr>
          <p:nvPr>
            <p:ph type="ftr" sz="quarter" idx="11"/>
          </p:nvPr>
        </p:nvSpPr>
        <p:spPr/>
        <p:txBody>
          <a:bodyPr/>
          <a:lstStyle/>
          <a:p>
            <a:endParaRPr lang="en-US" noProof="0" dirty="0"/>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9FF96B15-8338-45D5-A943-561235072D66}" type="slidenum">
              <a:rPr lang="en-US" noProof="0" smtClean="0"/>
              <a:t>‹#›</a:t>
            </a:fld>
            <a:endParaRPr lang="en-US" noProof="0" dirty="0"/>
          </a:p>
        </p:txBody>
      </p:sp>
    </p:spTree>
    <p:extLst>
      <p:ext uri="{BB962C8B-B14F-4D97-AF65-F5344CB8AC3E}">
        <p14:creationId xmlns:p14="http://schemas.microsoft.com/office/powerpoint/2010/main" val="3397730760"/>
      </p:ext>
    </p:extLst>
  </p:cSld>
  <p:clrMapOvr>
    <a:masterClrMapping/>
  </p:clrMapOvr>
  <mc:AlternateContent xmlns:mc="http://schemas.openxmlformats.org/markup-compatibility/2006" xmlns:p15="http://schemas.microsoft.com/office/powerpoint/2012/main">
    <mc:Choice Requires="p15">
      <p:transition spd="med">
        <p15:prstTrans prst="peelOff" invX="1"/>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a:t>Click to edit Master title style</a:t>
            </a:r>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Date Placeholder 4"/>
          <p:cNvSpPr>
            <a:spLocks noGrp="1"/>
          </p:cNvSpPr>
          <p:nvPr>
            <p:ph type="dt" sz="half" idx="10"/>
          </p:nvPr>
        </p:nvSpPr>
        <p:spPr/>
        <p:txBody>
          <a:bodyPr/>
          <a:lstStyle/>
          <a:p>
            <a:fld id="{21B17C1C-DA5E-F743-826B-CB70C940D4E6}" type="datetime1">
              <a:rPr lang="en-US" noProof="0" smtClean="0"/>
              <a:t>25-Jan-26</a:t>
            </a:fld>
            <a:endParaRPr lang="en-US" noProof="0" dirty="0"/>
          </a:p>
        </p:txBody>
      </p:sp>
      <p:sp>
        <p:nvSpPr>
          <p:cNvPr id="6" name="Footer Placeholder 5"/>
          <p:cNvSpPr>
            <a:spLocks noGrp="1"/>
          </p:cNvSpPr>
          <p:nvPr>
            <p:ph type="ftr" sz="quarter" idx="11"/>
          </p:nvPr>
        </p:nvSpPr>
        <p:spPr/>
        <p:txBody>
          <a:bodyPr/>
          <a:lstStyle/>
          <a:p>
            <a:endParaRPr lang="en-US" noProof="0" dirty="0"/>
          </a:p>
        </p:txBody>
      </p:sp>
      <p:sp>
        <p:nvSpPr>
          <p:cNvPr id="7" name="Slide Number Placeholder 6"/>
          <p:cNvSpPr>
            <a:spLocks noGrp="1"/>
          </p:cNvSpPr>
          <p:nvPr>
            <p:ph type="sldNum" sz="quarter" idx="12"/>
          </p:nvPr>
        </p:nvSpPr>
        <p:spPr/>
        <p:txBody>
          <a:bodyPr/>
          <a:lstStyle/>
          <a:p>
            <a:fld id="{9FF96B15-8338-45D5-A943-561235072D66}" type="slidenum">
              <a:rPr lang="en-US" noProof="0" smtClean="0"/>
              <a:t>‹#›</a:t>
            </a:fld>
            <a:endParaRPr lang="en-US" noProof="0" dirty="0"/>
          </a:p>
        </p:txBody>
      </p:sp>
    </p:spTree>
    <p:extLst>
      <p:ext uri="{BB962C8B-B14F-4D97-AF65-F5344CB8AC3E}">
        <p14:creationId xmlns:p14="http://schemas.microsoft.com/office/powerpoint/2010/main" val="477171422"/>
      </p:ext>
    </p:extLst>
  </p:cSld>
  <p:clrMapOvr>
    <a:masterClrMapping/>
  </p:clrMapOvr>
  <mc:AlternateContent xmlns:mc="http://schemas.openxmlformats.org/markup-compatibility/2006" xmlns:p15="http://schemas.microsoft.com/office/powerpoint/2012/main">
    <mc:Choice Requires="p15">
      <p:transition spd="med">
        <p15:prstTrans prst="peelOff" invX="1"/>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noProof="0"/>
              <a:t>Click to edit Master title style</a:t>
            </a:r>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6" name="Content Placeholder 5"/>
          <p:cNvSpPr>
            <a:spLocks noGrp="1"/>
          </p:cNvSpPr>
          <p:nvPr>
            <p:ph sz="quarter" idx="4"/>
          </p:nvPr>
        </p:nvSpPr>
        <p:spPr>
          <a:xfrm>
            <a:off x="6208710" y="3179762"/>
            <a:ext cx="4825159" cy="2840039"/>
          </a:xfrm>
        </p:spPr>
        <p:txBody>
          <a:bodyPr>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Date Placeholder 6"/>
          <p:cNvSpPr>
            <a:spLocks noGrp="1"/>
          </p:cNvSpPr>
          <p:nvPr>
            <p:ph type="dt" sz="half" idx="10"/>
          </p:nvPr>
        </p:nvSpPr>
        <p:spPr/>
        <p:txBody>
          <a:bodyPr/>
          <a:lstStyle/>
          <a:p>
            <a:fld id="{E6F10E4C-E478-1D40-94DF-17D7429B053A}" type="datetime1">
              <a:rPr lang="en-US" noProof="0" smtClean="0"/>
              <a:t>25-Jan-26</a:t>
            </a:fld>
            <a:endParaRPr lang="en-US" noProof="0" dirty="0"/>
          </a:p>
        </p:txBody>
      </p:sp>
      <p:sp>
        <p:nvSpPr>
          <p:cNvPr id="8" name="Footer Placeholder 7"/>
          <p:cNvSpPr>
            <a:spLocks noGrp="1"/>
          </p:cNvSpPr>
          <p:nvPr>
            <p:ph type="ftr" sz="quarter" idx="11"/>
          </p:nvPr>
        </p:nvSpPr>
        <p:spPr/>
        <p:txBody>
          <a:bodyPr/>
          <a:lstStyle/>
          <a:p>
            <a:endParaRPr lang="en-US" noProof="0" dirty="0"/>
          </a:p>
        </p:txBody>
      </p:sp>
      <p:sp>
        <p:nvSpPr>
          <p:cNvPr id="9" name="Slide Number Placeholder 8"/>
          <p:cNvSpPr>
            <a:spLocks noGrp="1"/>
          </p:cNvSpPr>
          <p:nvPr>
            <p:ph type="sldNum" sz="quarter" idx="12"/>
          </p:nvPr>
        </p:nvSpPr>
        <p:spPr/>
        <p:txBody>
          <a:bodyPr/>
          <a:lstStyle/>
          <a:p>
            <a:fld id="{9FF96B15-8338-45D5-A943-561235072D66}" type="slidenum">
              <a:rPr lang="en-US" noProof="0" smtClean="0"/>
              <a:t>‹#›</a:t>
            </a:fld>
            <a:endParaRPr lang="en-US" noProof="0" dirty="0"/>
          </a:p>
        </p:txBody>
      </p:sp>
    </p:spTree>
    <p:extLst>
      <p:ext uri="{BB962C8B-B14F-4D97-AF65-F5344CB8AC3E}">
        <p14:creationId xmlns:p14="http://schemas.microsoft.com/office/powerpoint/2010/main" val="95993379"/>
      </p:ext>
    </p:extLst>
  </p:cSld>
  <p:clrMapOvr>
    <a:masterClrMapping/>
  </p:clrMapOvr>
  <mc:AlternateContent xmlns:mc="http://schemas.openxmlformats.org/markup-compatibility/2006" xmlns:p15="http://schemas.microsoft.com/office/powerpoint/2012/main">
    <mc:Choice Requires="p15">
      <p:transition spd="med">
        <p15:prstTrans prst="peelOff" invX="1"/>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a:t>Click to edit Master title style</a:t>
            </a:r>
          </a:p>
        </p:txBody>
      </p:sp>
      <p:sp>
        <p:nvSpPr>
          <p:cNvPr id="3" name="Date Placeholder 2"/>
          <p:cNvSpPr>
            <a:spLocks noGrp="1"/>
          </p:cNvSpPr>
          <p:nvPr>
            <p:ph type="dt" sz="half" idx="10"/>
          </p:nvPr>
        </p:nvSpPr>
        <p:spPr/>
        <p:txBody>
          <a:bodyPr/>
          <a:lstStyle/>
          <a:p>
            <a:fld id="{AC1A9061-1D22-724D-9508-7BAEAF287353}" type="datetime1">
              <a:rPr lang="en-US" noProof="0" smtClean="0"/>
              <a:t>25-Jan-26</a:t>
            </a:fld>
            <a:endParaRPr lang="en-US" noProof="0" dirty="0"/>
          </a:p>
        </p:txBody>
      </p:sp>
      <p:sp>
        <p:nvSpPr>
          <p:cNvPr id="4" name="Footer Placeholder 3"/>
          <p:cNvSpPr>
            <a:spLocks noGrp="1"/>
          </p:cNvSpPr>
          <p:nvPr>
            <p:ph type="ftr" sz="quarter" idx="11"/>
          </p:nvPr>
        </p:nvSpPr>
        <p:spPr/>
        <p:txBody>
          <a:bodyPr/>
          <a:lstStyle/>
          <a:p>
            <a:endParaRPr lang="en-US" noProof="0" dirty="0"/>
          </a:p>
        </p:txBody>
      </p:sp>
      <p:sp>
        <p:nvSpPr>
          <p:cNvPr id="5" name="Slide Number Placeholder 4"/>
          <p:cNvSpPr>
            <a:spLocks noGrp="1"/>
          </p:cNvSpPr>
          <p:nvPr>
            <p:ph type="sldNum" sz="quarter" idx="12"/>
          </p:nvPr>
        </p:nvSpPr>
        <p:spPr/>
        <p:txBody>
          <a:bodyPr/>
          <a:lstStyle/>
          <a:p>
            <a:fld id="{9FF96B15-8338-45D5-A943-561235072D66}" type="slidenum">
              <a:rPr lang="en-US" noProof="0" smtClean="0"/>
              <a:t>‹#›</a:t>
            </a:fld>
            <a:endParaRPr lang="en-US" noProof="0" dirty="0"/>
          </a:p>
        </p:txBody>
      </p:sp>
    </p:spTree>
    <p:extLst>
      <p:ext uri="{BB962C8B-B14F-4D97-AF65-F5344CB8AC3E}">
        <p14:creationId xmlns:p14="http://schemas.microsoft.com/office/powerpoint/2010/main" val="2826480899"/>
      </p:ext>
    </p:extLst>
  </p:cSld>
  <p:clrMapOvr>
    <a:masterClrMapping/>
  </p:clrMapOvr>
  <mc:AlternateContent xmlns:mc="http://schemas.openxmlformats.org/markup-compatibility/2006" xmlns:p15="http://schemas.microsoft.com/office/powerpoint/2012/main">
    <mc:Choice Requires="p15">
      <p:transition spd="med">
        <p15:prstTrans prst="peelOff" invX="1"/>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a:t>Click to edit Master title style</a:t>
            </a:r>
          </a:p>
        </p:txBody>
      </p:sp>
      <p:sp>
        <p:nvSpPr>
          <p:cNvPr id="3" name="Date Placeholder 2"/>
          <p:cNvSpPr>
            <a:spLocks noGrp="1"/>
          </p:cNvSpPr>
          <p:nvPr>
            <p:ph type="dt" sz="half" idx="10"/>
          </p:nvPr>
        </p:nvSpPr>
        <p:spPr/>
        <p:txBody>
          <a:bodyPr/>
          <a:lstStyle/>
          <a:p>
            <a:fld id="{AC1A9061-1D22-724D-9508-7BAEAF287353}" type="datetime1">
              <a:rPr lang="en-US" noProof="0" smtClean="0"/>
              <a:t>25-Jan-26</a:t>
            </a:fld>
            <a:endParaRPr lang="en-US" noProof="0" dirty="0"/>
          </a:p>
        </p:txBody>
      </p:sp>
      <p:sp>
        <p:nvSpPr>
          <p:cNvPr id="4" name="Footer Placeholder 3"/>
          <p:cNvSpPr>
            <a:spLocks noGrp="1"/>
          </p:cNvSpPr>
          <p:nvPr>
            <p:ph type="ftr" sz="quarter" idx="11"/>
          </p:nvPr>
        </p:nvSpPr>
        <p:spPr/>
        <p:txBody>
          <a:bodyPr/>
          <a:lstStyle/>
          <a:p>
            <a:endParaRPr lang="en-US" noProof="0" dirty="0"/>
          </a:p>
        </p:txBody>
      </p:sp>
      <p:sp>
        <p:nvSpPr>
          <p:cNvPr id="5" name="Slide Number Placeholder 4"/>
          <p:cNvSpPr>
            <a:spLocks noGrp="1"/>
          </p:cNvSpPr>
          <p:nvPr>
            <p:ph type="sldNum" sz="quarter" idx="12"/>
          </p:nvPr>
        </p:nvSpPr>
        <p:spPr/>
        <p:txBody>
          <a:bodyPr/>
          <a:lstStyle/>
          <a:p>
            <a:fld id="{9FF96B15-8338-45D5-A943-561235072D66}" type="slidenum">
              <a:rPr lang="en-US" noProof="0" smtClean="0"/>
              <a:t>‹#›</a:t>
            </a:fld>
            <a:endParaRPr lang="en-US" noProof="0" dirty="0"/>
          </a:p>
        </p:txBody>
      </p:sp>
      <p:sp>
        <p:nvSpPr>
          <p:cNvPr id="7" name="Text Placeholder 6">
            <a:extLst>
              <a:ext uri="{FF2B5EF4-FFF2-40B4-BE49-F238E27FC236}">
                <a16:creationId xmlns:a16="http://schemas.microsoft.com/office/drawing/2014/main" id="{575C1B7F-CD73-441E-89FC-46AA9E8B519B}"/>
              </a:ext>
            </a:extLst>
          </p:cNvPr>
          <p:cNvSpPr>
            <a:spLocks noGrp="1"/>
          </p:cNvSpPr>
          <p:nvPr>
            <p:ph type="body" sz="quarter" idx="13"/>
          </p:nvPr>
        </p:nvSpPr>
        <p:spPr>
          <a:xfrm>
            <a:off x="1764150" y="2406650"/>
            <a:ext cx="8663700" cy="3477682"/>
          </a:xfrm>
        </p:spPr>
        <p:txBody>
          <a:bodyPr anchor="ctr">
            <a:normAutofit/>
          </a:bodyPr>
          <a:lstStyle>
            <a:lvl1pPr marL="0" indent="0" algn="ctr">
              <a:buNone/>
              <a:defRPr sz="6000"/>
            </a:lvl1pPr>
            <a:lvl2pPr marL="457200" indent="0">
              <a:buNone/>
              <a:defRPr/>
            </a:lvl2pPr>
          </a:lstStyle>
          <a:p>
            <a:pPr lvl="0"/>
            <a:r>
              <a:rPr lang="en-US" noProof="0"/>
              <a:t>Click to edit Master text styles</a:t>
            </a:r>
          </a:p>
        </p:txBody>
      </p:sp>
    </p:spTree>
    <p:extLst>
      <p:ext uri="{BB962C8B-B14F-4D97-AF65-F5344CB8AC3E}">
        <p14:creationId xmlns:p14="http://schemas.microsoft.com/office/powerpoint/2010/main" val="3752974264"/>
      </p:ext>
    </p:extLst>
  </p:cSld>
  <p:clrMapOvr>
    <a:masterClrMapping/>
  </p:clrMapOvr>
  <mc:AlternateContent xmlns:mc="http://schemas.openxmlformats.org/markup-compatibility/2006" xmlns:p15="http://schemas.microsoft.com/office/powerpoint/2012/main">
    <mc:Choice Requires="p15">
      <p:transition spd="med">
        <p15:prstTrans prst="peelOff" invX="1"/>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4205E0F-8980-D24A-B2F9-0C7A13C6A6DE}" type="datetime1">
              <a:rPr lang="en-US" noProof="0" smtClean="0"/>
              <a:t>25-Jan-26</a:t>
            </a:fld>
            <a:endParaRPr lang="en-US" noProof="0" dirty="0"/>
          </a:p>
        </p:txBody>
      </p:sp>
      <p:sp>
        <p:nvSpPr>
          <p:cNvPr id="3" name="Footer Placeholder 2"/>
          <p:cNvSpPr>
            <a:spLocks noGrp="1"/>
          </p:cNvSpPr>
          <p:nvPr>
            <p:ph type="ftr" sz="quarter" idx="11"/>
          </p:nvPr>
        </p:nvSpPr>
        <p:spPr/>
        <p:txBody>
          <a:bodyPr/>
          <a:lstStyle/>
          <a:p>
            <a:endParaRPr lang="en-US" noProof="0" dirty="0"/>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9FF96B15-8338-45D5-A943-561235072D66}" type="slidenum">
              <a:rPr lang="en-US" noProof="0" smtClean="0"/>
              <a:t>‹#›</a:t>
            </a:fld>
            <a:endParaRPr lang="en-US" noProof="0" dirty="0"/>
          </a:p>
        </p:txBody>
      </p:sp>
    </p:spTree>
    <p:extLst>
      <p:ext uri="{BB962C8B-B14F-4D97-AF65-F5344CB8AC3E}">
        <p14:creationId xmlns:p14="http://schemas.microsoft.com/office/powerpoint/2010/main" val="1719229193"/>
      </p:ext>
    </p:extLst>
  </p:cSld>
  <p:clrMapOvr>
    <a:masterClrMapping/>
  </p:clrMapOvr>
  <mc:AlternateContent xmlns:mc="http://schemas.openxmlformats.org/markup-compatibility/2006" xmlns:p15="http://schemas.microsoft.com/office/powerpoint/2012/main">
    <mc:Choice Requires="p15">
      <p:transition spd="med">
        <p15:prstTrans prst="peelOff" invX="1"/>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9" name="Group 8"/>
          <p:cNvGrpSpPr/>
          <p:nvPr/>
        </p:nvGrpSpPr>
        <p:grpSpPr>
          <a:xfrm>
            <a:off x="0" y="-2373"/>
            <a:ext cx="12192000" cy="6867027"/>
            <a:chOff x="0" y="-2373"/>
            <a:chExt cx="12192000" cy="6867027"/>
          </a:xfrm>
        </p:grpSpPr>
        <p:sp>
          <p:nvSpPr>
            <p:cNvPr id="26" name="Rectangle 25"/>
            <p:cNvSpPr/>
            <p:nvPr/>
          </p:nvSpPr>
          <p:spPr>
            <a:xfrm>
              <a:off x="0" y="0"/>
              <a:ext cx="12192000" cy="6858000"/>
            </a:xfrm>
            <a:prstGeom prst="rect">
              <a:avLst/>
            </a:prstGeom>
            <a:blipFill>
              <a:blip r:embed="rId18">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20"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21"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3" y="973668"/>
            <a:ext cx="8761413" cy="706964"/>
          </a:xfrm>
          <a:prstGeom prst="rect">
            <a:avLst/>
          </a:prstGeom>
        </p:spPr>
        <p:txBody>
          <a:bodyPr vert="horz" lIns="91440" tIns="45720" rIns="91440" bIns="45720" rtlCol="0" anchor="ctr">
            <a:noAutofit/>
          </a:bodyPr>
          <a:lstStyle/>
          <a:p>
            <a:r>
              <a:rPr lang="en-US" noProof="0"/>
              <a:t>Click to edit Master title style</a:t>
            </a:r>
          </a:p>
        </p:txBody>
      </p:sp>
      <p:sp>
        <p:nvSpPr>
          <p:cNvPr id="3" name="Text Placeholder 2"/>
          <p:cNvSpPr>
            <a:spLocks noGrp="1"/>
          </p:cNvSpPr>
          <p:nvPr>
            <p:ph type="body" idx="1"/>
          </p:nvPr>
        </p:nvSpPr>
        <p:spPr>
          <a:xfrm>
            <a:off x="1154955" y="2603500"/>
            <a:ext cx="8761412" cy="34163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Date Placeholder 3"/>
          <p:cNvSpPr>
            <a:spLocks noGrp="1"/>
          </p:cNvSpPr>
          <p:nvPr>
            <p:ph type="dt" sz="half" idx="2"/>
          </p:nvPr>
        </p:nvSpPr>
        <p:spPr>
          <a:xfrm>
            <a:off x="10650938" y="6394061"/>
            <a:ext cx="990599" cy="304799"/>
          </a:xfrm>
          <a:prstGeom prst="rect">
            <a:avLst/>
          </a:prstGeom>
        </p:spPr>
        <p:txBody>
          <a:bodyPr vert="horz" lIns="91440" tIns="45720" rIns="91440" bIns="45720" rtlCol="0" anchor="t"/>
          <a:lstStyle>
            <a:lvl1pPr algn="r">
              <a:defRPr sz="1000" b="1" i="0">
                <a:solidFill>
                  <a:schemeClr val="tx1">
                    <a:lumMod val="75000"/>
                    <a:lumOff val="25000"/>
                  </a:schemeClr>
                </a:solidFill>
              </a:defRPr>
            </a:lvl1pPr>
          </a:lstStyle>
          <a:p>
            <a:fld id="{36ACA6CA-E140-824D-8E8B-5CC5036BDBAE}" type="datetime1">
              <a:rPr lang="en-US" noProof="0" smtClean="0"/>
              <a:pPr/>
              <a:t>25-Jan-26</a:t>
            </a:fld>
            <a:endParaRPr lang="en-US" noProof="0" dirty="0"/>
          </a:p>
        </p:txBody>
      </p:sp>
      <p:sp>
        <p:nvSpPr>
          <p:cNvPr id="5" name="Footer Placeholder 4"/>
          <p:cNvSpPr>
            <a:spLocks noGrp="1"/>
          </p:cNvSpPr>
          <p:nvPr>
            <p:ph type="ftr" sz="quarter" idx="3"/>
          </p:nvPr>
        </p:nvSpPr>
        <p:spPr>
          <a:xfrm>
            <a:off x="528358" y="6391838"/>
            <a:ext cx="3859795" cy="304801"/>
          </a:xfrm>
          <a:prstGeom prst="rect">
            <a:avLst/>
          </a:prstGeom>
        </p:spPr>
        <p:txBody>
          <a:bodyPr vert="horz" lIns="91440" tIns="45720" rIns="91440" bIns="45720" rtlCol="0" anchor="b"/>
          <a:lstStyle>
            <a:lvl1pPr algn="l">
              <a:defRPr sz="1000" b="1" i="0">
                <a:solidFill>
                  <a:schemeClr val="tx1">
                    <a:lumMod val="75000"/>
                    <a:lumOff val="25000"/>
                  </a:schemeClr>
                </a:solidFill>
                <a:latin typeface="+mn-lt"/>
              </a:defRPr>
            </a:lvl1pPr>
          </a:lstStyle>
          <a:p>
            <a:endParaRPr lang="en-US" noProof="0" dirty="0"/>
          </a:p>
        </p:txBody>
      </p:sp>
      <p:sp>
        <p:nvSpPr>
          <p:cNvPr id="22" name="Rectangle 21"/>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a:xfrm>
            <a:off x="10352540" y="295729"/>
            <a:ext cx="838199" cy="767687"/>
          </a:xfrm>
          <a:prstGeom prst="rect">
            <a:avLst/>
          </a:prstGeom>
        </p:spPr>
        <p:txBody>
          <a:bodyPr vert="horz" lIns="91440" tIns="45720" rIns="91440" bIns="45720" rtlCol="0" anchor="b"/>
          <a:lstStyle>
            <a:lvl1pPr algn="ctr">
              <a:defRPr sz="2800" b="0" i="0">
                <a:solidFill>
                  <a:schemeClr val="bg1"/>
                </a:solidFill>
                <a:latin typeface="+mn-lt"/>
              </a:defRPr>
            </a:lvl1pPr>
          </a:lstStyle>
          <a:p>
            <a:fld id="{9FF96B15-8338-45D5-A943-561235072D66}" type="slidenum">
              <a:rPr lang="en-US" noProof="0" smtClean="0"/>
              <a:t>‹#›</a:t>
            </a:fld>
            <a:endParaRPr lang="en-US" noProof="0" dirty="0"/>
          </a:p>
        </p:txBody>
      </p:sp>
    </p:spTree>
    <p:extLst>
      <p:ext uri="{BB962C8B-B14F-4D97-AF65-F5344CB8AC3E}">
        <p14:creationId xmlns:p14="http://schemas.microsoft.com/office/powerpoint/2010/main" val="2063915332"/>
      </p:ext>
    </p:extLst>
  </p:cSld>
  <p:clrMap bg1="lt1" tx1="dk1" bg2="lt2" tx2="dk2" accent1="accent1" accent2="accent2" accent3="accent3" accent4="accent4" accent5="accent5" accent6="accent6" hlink="hlink" folHlink="folHlink"/>
  <p:sldLayoutIdLst>
    <p:sldLayoutId id="2147483841" r:id="rId1"/>
    <p:sldLayoutId id="2147483842" r:id="rId2"/>
    <p:sldLayoutId id="2147483843" r:id="rId3"/>
    <p:sldLayoutId id="2147483859" r:id="rId4"/>
    <p:sldLayoutId id="2147483860" r:id="rId5"/>
    <p:sldLayoutId id="2147483861" r:id="rId6"/>
    <p:sldLayoutId id="2147483862" r:id="rId7"/>
    <p:sldLayoutId id="2147483864" r:id="rId8"/>
    <p:sldLayoutId id="2147483863" r:id="rId9"/>
    <p:sldLayoutId id="2147483858" r:id="rId10"/>
    <p:sldLayoutId id="2147483865" r:id="rId11"/>
    <p:sldLayoutId id="2147483844" r:id="rId12"/>
    <p:sldLayoutId id="2147483845" r:id="rId13"/>
    <p:sldLayoutId id="2147483846" r:id="rId14"/>
    <p:sldLayoutId id="2147483866" r:id="rId15"/>
    <p:sldLayoutId id="2147483847" r:id="rId16"/>
  </p:sldLayoutIdLst>
  <mc:AlternateContent xmlns:mc="http://schemas.openxmlformats.org/markup-compatibility/2006" xmlns:p15="http://schemas.microsoft.com/office/powerpoint/2012/main">
    <mc:Choice Requires="p15">
      <p:transition spd="med">
        <p15:prstTrans prst="peelOff" invX="1"/>
      </p:transition>
    </mc:Choice>
    <mc:Fallback xmlns="">
      <p:transition spd="med">
        <p:fade/>
      </p:transition>
    </mc:Fallback>
  </mc:AlternateContent>
  <p:hf hdr="0" ftr="0" dt="0"/>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29B41E-FC51-4047-9C2D-7FA6782DAFEB}"/>
              </a:ext>
            </a:extLst>
          </p:cNvPr>
          <p:cNvSpPr>
            <a:spLocks noGrp="1"/>
          </p:cNvSpPr>
          <p:nvPr>
            <p:ph type="ctrTitle"/>
          </p:nvPr>
        </p:nvSpPr>
        <p:spPr>
          <a:xfrm>
            <a:off x="2795495" y="2010086"/>
            <a:ext cx="6949140" cy="1011020"/>
          </a:xfrm>
        </p:spPr>
        <p:txBody>
          <a:bodyPr/>
          <a:lstStyle/>
          <a:p>
            <a:r>
              <a:rPr lang="en-US" dirty="0">
                <a:latin typeface="Impact" panose="020B0806030902050204" pitchFamily="34" charset="0"/>
              </a:rPr>
              <a:t>HOSPITALITY ANALYTICS</a:t>
            </a:r>
            <a:endParaRPr lang="en-US" dirty="0">
              <a:solidFill>
                <a:schemeClr val="bg1"/>
              </a:solidFill>
              <a:latin typeface="Impact" panose="020B0806030902050204" pitchFamily="34" charset="0"/>
            </a:endParaRPr>
          </a:p>
        </p:txBody>
      </p:sp>
      <p:sp>
        <p:nvSpPr>
          <p:cNvPr id="3" name="Subtitle 2">
            <a:extLst>
              <a:ext uri="{FF2B5EF4-FFF2-40B4-BE49-F238E27FC236}">
                <a16:creationId xmlns:a16="http://schemas.microsoft.com/office/drawing/2014/main" id="{252E989F-747B-4007-9C7A-A35E8B662A7B}"/>
              </a:ext>
            </a:extLst>
          </p:cNvPr>
          <p:cNvSpPr>
            <a:spLocks noGrp="1"/>
          </p:cNvSpPr>
          <p:nvPr>
            <p:ph type="subTitle" idx="1"/>
          </p:nvPr>
        </p:nvSpPr>
        <p:spPr>
          <a:xfrm>
            <a:off x="7924800" y="4239497"/>
            <a:ext cx="3146611" cy="1739961"/>
          </a:xfrm>
        </p:spPr>
        <p:txBody>
          <a:bodyPr>
            <a:normAutofit fontScale="25000" lnSpcReduction="20000"/>
          </a:bodyPr>
          <a:lstStyle/>
          <a:p>
            <a:r>
              <a:rPr lang="en-US" sz="9600" b="1" dirty="0">
                <a:solidFill>
                  <a:schemeClr val="bg1"/>
                </a:solidFill>
              </a:rPr>
              <a:t>PRESENTER’S NAME</a:t>
            </a:r>
          </a:p>
          <a:p>
            <a:pPr marL="285750" indent="-285750">
              <a:buFont typeface="Wingdings" panose="05000000000000000000" pitchFamily="2" charset="2"/>
              <a:buChar char="Ø"/>
            </a:pPr>
            <a:r>
              <a:rPr lang="en-US" sz="4900" dirty="0">
                <a:latin typeface="Segoe UI Semibold" panose="020B0702040204020203" pitchFamily="34" charset="0"/>
                <a:cs typeface="Segoe UI Semibold" panose="020B0702040204020203" pitchFamily="34" charset="0"/>
              </a:rPr>
              <a:t>Sushant Sunil Pawar</a:t>
            </a:r>
          </a:p>
          <a:p>
            <a:pPr marL="285750" indent="-285750">
              <a:buFont typeface="Wingdings" panose="05000000000000000000" pitchFamily="2" charset="2"/>
              <a:buChar char="Ø"/>
            </a:pPr>
            <a:r>
              <a:rPr lang="en-US" sz="4900" dirty="0" err="1">
                <a:latin typeface="Segoe UI Semibold" panose="020B0702040204020203" pitchFamily="34" charset="0"/>
                <a:cs typeface="Segoe UI Semibold" panose="020B0702040204020203" pitchFamily="34" charset="0"/>
              </a:rPr>
              <a:t>Addala</a:t>
            </a:r>
            <a:r>
              <a:rPr lang="en-US" sz="4900" dirty="0">
                <a:latin typeface="Segoe UI Semibold" panose="020B0702040204020203" pitchFamily="34" charset="0"/>
                <a:cs typeface="Segoe UI Semibold" panose="020B0702040204020203" pitchFamily="34" charset="0"/>
              </a:rPr>
              <a:t> Devi Sri Sai Prasad</a:t>
            </a:r>
          </a:p>
          <a:p>
            <a:pPr marL="285750" indent="-285750">
              <a:buFont typeface="Wingdings" panose="05000000000000000000" pitchFamily="2" charset="2"/>
              <a:buChar char="Ø"/>
            </a:pPr>
            <a:r>
              <a:rPr lang="en-US" sz="4900" dirty="0">
                <a:latin typeface="Segoe UI Semibold" panose="020B0702040204020203" pitchFamily="34" charset="0"/>
                <a:cs typeface="Segoe UI Semibold" panose="020B0702040204020203" pitchFamily="34" charset="0"/>
              </a:rPr>
              <a:t>Hanoch Shetty</a:t>
            </a:r>
          </a:p>
          <a:p>
            <a:pPr marL="285750" indent="-285750">
              <a:buFont typeface="Wingdings" panose="05000000000000000000" pitchFamily="2" charset="2"/>
              <a:buChar char="Ø"/>
            </a:pPr>
            <a:r>
              <a:rPr lang="en-US" sz="4900" dirty="0">
                <a:latin typeface="Segoe UI Semibold" panose="020B0702040204020203" pitchFamily="34" charset="0"/>
                <a:cs typeface="Segoe UI Semibold" panose="020B0702040204020203" pitchFamily="34" charset="0"/>
              </a:rPr>
              <a:t>Abhiroopa</a:t>
            </a:r>
          </a:p>
          <a:p>
            <a:pPr marL="285750" indent="-285750">
              <a:buFont typeface="Wingdings" panose="05000000000000000000" pitchFamily="2" charset="2"/>
              <a:buChar char="Ø"/>
            </a:pPr>
            <a:r>
              <a:rPr lang="en-US" sz="4900" dirty="0">
                <a:latin typeface="Segoe UI Semibold" panose="020B0702040204020203" pitchFamily="34" charset="0"/>
                <a:cs typeface="Segoe UI Semibold" panose="020B0702040204020203" pitchFamily="34" charset="0"/>
              </a:rPr>
              <a:t>Jaya Prakash A</a:t>
            </a:r>
          </a:p>
          <a:p>
            <a:endParaRPr lang="en-US" sz="2400" dirty="0"/>
          </a:p>
          <a:p>
            <a:endParaRPr lang="en-US" dirty="0">
              <a:solidFill>
                <a:schemeClr val="bg1"/>
              </a:solidFill>
            </a:endParaRPr>
          </a:p>
        </p:txBody>
      </p:sp>
      <p:sp>
        <p:nvSpPr>
          <p:cNvPr id="4" name="TextBox 3">
            <a:extLst>
              <a:ext uri="{FF2B5EF4-FFF2-40B4-BE49-F238E27FC236}">
                <a16:creationId xmlns:a16="http://schemas.microsoft.com/office/drawing/2014/main" id="{0639F564-84EE-66DB-F3ED-33BC8D334224}"/>
              </a:ext>
            </a:extLst>
          </p:cNvPr>
          <p:cNvSpPr txBox="1"/>
          <p:nvPr/>
        </p:nvSpPr>
        <p:spPr>
          <a:xfrm>
            <a:off x="10578353" y="616932"/>
            <a:ext cx="627529" cy="523220"/>
          </a:xfrm>
          <a:prstGeom prst="rect">
            <a:avLst/>
          </a:prstGeom>
          <a:noFill/>
        </p:spPr>
        <p:txBody>
          <a:bodyPr wrap="square" rtlCol="0">
            <a:spAutoFit/>
          </a:bodyPr>
          <a:lstStyle/>
          <a:p>
            <a:r>
              <a:rPr lang="en-US" sz="2800" dirty="0">
                <a:solidFill>
                  <a:schemeClr val="bg1"/>
                </a:solidFill>
              </a:rPr>
              <a:t>1</a:t>
            </a:r>
          </a:p>
        </p:txBody>
      </p:sp>
    </p:spTree>
    <p:extLst>
      <p:ext uri="{BB962C8B-B14F-4D97-AF65-F5344CB8AC3E}">
        <p14:creationId xmlns:p14="http://schemas.microsoft.com/office/powerpoint/2010/main" val="306700942"/>
      </p:ext>
    </p:extLst>
  </p:cSld>
  <p:clrMapOvr>
    <a:masterClrMapping/>
  </p:clrMapOvr>
  <mc:AlternateContent xmlns:mc="http://schemas.openxmlformats.org/markup-compatibility/2006" xmlns:p15="http://schemas.microsoft.com/office/powerpoint/2012/main">
    <mc:Choice Requires="p15">
      <p:transition spd="med">
        <p15:prstTrans prst="peelOff" invX="1"/>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anim calcmode="lin" valueType="num">
                                      <p:cBhvr>
                                        <p:cTn id="8" dur="500" fill="hold"/>
                                        <p:tgtEl>
                                          <p:spTgt spid="2"/>
                                        </p:tgtEl>
                                        <p:attrNameLst>
                                          <p:attrName>ppt_x</p:attrName>
                                        </p:attrNameLst>
                                      </p:cBhvr>
                                      <p:tavLst>
                                        <p:tav tm="0">
                                          <p:val>
                                            <p:strVal val="#ppt_x"/>
                                          </p:val>
                                        </p:tav>
                                        <p:tav tm="100000">
                                          <p:val>
                                            <p:strVal val="#ppt_x"/>
                                          </p:val>
                                        </p:tav>
                                      </p:tavLst>
                                    </p:anim>
                                    <p:anim calcmode="lin" valueType="num">
                                      <p:cBhvr>
                                        <p:cTn id="9" dur="5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fade">
                                      <p:cBhvr>
                                        <p:cTn id="14" dur="500"/>
                                        <p:tgtEl>
                                          <p:spTgt spid="3">
                                            <p:txEl>
                                              <p:pRg st="0" end="0"/>
                                            </p:txEl>
                                          </p:spTgt>
                                        </p:tgtEl>
                                      </p:cBhvr>
                                    </p:animEffect>
                                    <p:anim calcmode="lin" valueType="num">
                                      <p:cBhvr>
                                        <p:cTn id="15"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6" dur="5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1" end="1"/>
                                            </p:txEl>
                                          </p:spTgt>
                                        </p:tgtEl>
                                        <p:attrNameLst>
                                          <p:attrName>style.visibility</p:attrName>
                                        </p:attrNameLst>
                                      </p:cBhvr>
                                      <p:to>
                                        <p:strVal val="visible"/>
                                      </p:to>
                                    </p:set>
                                    <p:animEffect transition="in" filter="fade">
                                      <p:cBhvr>
                                        <p:cTn id="21" dur="500"/>
                                        <p:tgtEl>
                                          <p:spTgt spid="3">
                                            <p:txEl>
                                              <p:pRg st="1" end="1"/>
                                            </p:txEl>
                                          </p:spTgt>
                                        </p:tgtEl>
                                      </p:cBhvr>
                                    </p:animEffect>
                                    <p:anim calcmode="lin" valueType="num">
                                      <p:cBhvr>
                                        <p:cTn id="22"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3" dur="5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2" end="2"/>
                                            </p:txEl>
                                          </p:spTgt>
                                        </p:tgtEl>
                                        <p:attrNameLst>
                                          <p:attrName>style.visibility</p:attrName>
                                        </p:attrNameLst>
                                      </p:cBhvr>
                                      <p:to>
                                        <p:strVal val="visible"/>
                                      </p:to>
                                    </p:set>
                                    <p:animEffect transition="in" filter="fade">
                                      <p:cBhvr>
                                        <p:cTn id="28" dur="500"/>
                                        <p:tgtEl>
                                          <p:spTgt spid="3">
                                            <p:txEl>
                                              <p:pRg st="2" end="2"/>
                                            </p:txEl>
                                          </p:spTgt>
                                        </p:tgtEl>
                                      </p:cBhvr>
                                    </p:animEffect>
                                    <p:anim calcmode="lin" valueType="num">
                                      <p:cBhvr>
                                        <p:cTn id="2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30" dur="5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3" end="3"/>
                                            </p:txEl>
                                          </p:spTgt>
                                        </p:tgtEl>
                                        <p:attrNameLst>
                                          <p:attrName>style.visibility</p:attrName>
                                        </p:attrNameLst>
                                      </p:cBhvr>
                                      <p:to>
                                        <p:strVal val="visible"/>
                                      </p:to>
                                    </p:set>
                                    <p:animEffect transition="in" filter="fade">
                                      <p:cBhvr>
                                        <p:cTn id="35" dur="500"/>
                                        <p:tgtEl>
                                          <p:spTgt spid="3">
                                            <p:txEl>
                                              <p:pRg st="3" end="3"/>
                                            </p:txEl>
                                          </p:spTgt>
                                        </p:tgtEl>
                                      </p:cBhvr>
                                    </p:animEffect>
                                    <p:anim calcmode="lin" valueType="num">
                                      <p:cBhvr>
                                        <p:cTn id="36"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7" dur="5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4" end="4"/>
                                            </p:txEl>
                                          </p:spTgt>
                                        </p:tgtEl>
                                        <p:attrNameLst>
                                          <p:attrName>style.visibility</p:attrName>
                                        </p:attrNameLst>
                                      </p:cBhvr>
                                      <p:to>
                                        <p:strVal val="visible"/>
                                      </p:to>
                                    </p:set>
                                    <p:animEffect transition="in" filter="fade">
                                      <p:cBhvr>
                                        <p:cTn id="42" dur="500"/>
                                        <p:tgtEl>
                                          <p:spTgt spid="3">
                                            <p:txEl>
                                              <p:pRg st="4" end="4"/>
                                            </p:txEl>
                                          </p:spTgt>
                                        </p:tgtEl>
                                      </p:cBhvr>
                                    </p:animEffect>
                                    <p:anim calcmode="lin" valueType="num">
                                      <p:cBhvr>
                                        <p:cTn id="43"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44" dur="5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3">
                                            <p:txEl>
                                              <p:pRg st="5" end="5"/>
                                            </p:txEl>
                                          </p:spTgt>
                                        </p:tgtEl>
                                        <p:attrNameLst>
                                          <p:attrName>style.visibility</p:attrName>
                                        </p:attrNameLst>
                                      </p:cBhvr>
                                      <p:to>
                                        <p:strVal val="visible"/>
                                      </p:to>
                                    </p:set>
                                    <p:animEffect transition="in" filter="fade">
                                      <p:cBhvr>
                                        <p:cTn id="49" dur="500"/>
                                        <p:tgtEl>
                                          <p:spTgt spid="3">
                                            <p:txEl>
                                              <p:pRg st="5" end="5"/>
                                            </p:txEl>
                                          </p:spTgt>
                                        </p:tgtEl>
                                      </p:cBhvr>
                                    </p:animEffect>
                                    <p:anim calcmode="lin" valueType="num">
                                      <p:cBhvr>
                                        <p:cTn id="50"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51" dur="5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588723-F88E-4F02-B1A9-D1224233BEEF}"/>
              </a:ext>
            </a:extLst>
          </p:cNvPr>
          <p:cNvSpPr>
            <a:spLocks noGrp="1"/>
          </p:cNvSpPr>
          <p:nvPr>
            <p:ph type="title"/>
          </p:nvPr>
        </p:nvSpPr>
        <p:spPr/>
        <p:txBody>
          <a:bodyPr>
            <a:normAutofit/>
          </a:bodyPr>
          <a:lstStyle/>
          <a:p>
            <a:pPr>
              <a:lnSpc>
                <a:spcPct val="90000"/>
              </a:lnSpc>
            </a:pPr>
            <a:r>
              <a:rPr lang="en-US" sz="4800" dirty="0">
                <a:solidFill>
                  <a:schemeClr val="bg1"/>
                </a:solidFill>
                <a:latin typeface="High Tower Text" panose="02040502050506030303" pitchFamily="18" charset="0"/>
              </a:rPr>
              <a:t>AGENDA</a:t>
            </a:r>
          </a:p>
        </p:txBody>
      </p:sp>
      <p:sp>
        <p:nvSpPr>
          <p:cNvPr id="7" name="Slide Number Placeholder 6">
            <a:extLst>
              <a:ext uri="{FF2B5EF4-FFF2-40B4-BE49-F238E27FC236}">
                <a16:creationId xmlns:a16="http://schemas.microsoft.com/office/drawing/2014/main" id="{6B48CA6F-C72D-F944-B10D-0504BB669B47}"/>
              </a:ext>
            </a:extLst>
          </p:cNvPr>
          <p:cNvSpPr>
            <a:spLocks noGrp="1"/>
          </p:cNvSpPr>
          <p:nvPr>
            <p:ph type="sldNum" sz="quarter" idx="12"/>
          </p:nvPr>
        </p:nvSpPr>
        <p:spPr/>
        <p:txBody>
          <a:bodyPr/>
          <a:lstStyle/>
          <a:p>
            <a:fld id="{9FF96B15-8338-45D5-A943-561235072D66}" type="slidenum">
              <a:rPr lang="en-US" smtClean="0"/>
              <a:t>2</a:t>
            </a:fld>
            <a:endParaRPr lang="en-US" dirty="0"/>
          </a:p>
        </p:txBody>
      </p:sp>
      <p:sp>
        <p:nvSpPr>
          <p:cNvPr id="35" name="Picture Placeholder 11">
            <a:extLst>
              <a:ext uri="{FF2B5EF4-FFF2-40B4-BE49-F238E27FC236}">
                <a16:creationId xmlns:a16="http://schemas.microsoft.com/office/drawing/2014/main" id="{AC8B9C00-9595-9246-85B7-B971D2531805}"/>
              </a:ext>
            </a:extLst>
          </p:cNvPr>
          <p:cNvSpPr txBox="1">
            <a:spLocks/>
          </p:cNvSpPr>
          <p:nvPr/>
        </p:nvSpPr>
        <p:spPr>
          <a:xfrm>
            <a:off x="9796687" y="6037359"/>
            <a:ext cx="536616" cy="536616"/>
          </a:xfrm>
          <a:prstGeom prst="rect">
            <a:avLst/>
          </a:prstGeom>
        </p:spPr>
      </p:sp>
      <p:sp>
        <p:nvSpPr>
          <p:cNvPr id="37" name="Picture Placeholder 11">
            <a:extLst>
              <a:ext uri="{FF2B5EF4-FFF2-40B4-BE49-F238E27FC236}">
                <a16:creationId xmlns:a16="http://schemas.microsoft.com/office/drawing/2014/main" id="{76E1EAEC-A5C3-8B39-B68D-19B8A10C2DD7}"/>
              </a:ext>
            </a:extLst>
          </p:cNvPr>
          <p:cNvSpPr txBox="1">
            <a:spLocks/>
          </p:cNvSpPr>
          <p:nvPr/>
        </p:nvSpPr>
        <p:spPr>
          <a:xfrm>
            <a:off x="5399088" y="1542473"/>
            <a:ext cx="5202523" cy="4841230"/>
          </a:xfrm>
          <a:prstGeom prst="rect">
            <a:avLst/>
          </a:prstGeom>
        </p:spPr>
      </p:sp>
      <p:sp>
        <p:nvSpPr>
          <p:cNvPr id="39" name="Picture Placeholder 11">
            <a:extLst>
              <a:ext uri="{FF2B5EF4-FFF2-40B4-BE49-F238E27FC236}">
                <a16:creationId xmlns:a16="http://schemas.microsoft.com/office/drawing/2014/main" id="{8C2BACFE-179C-E779-08A0-138B8A8E527E}"/>
              </a:ext>
            </a:extLst>
          </p:cNvPr>
          <p:cNvSpPr txBox="1">
            <a:spLocks/>
          </p:cNvSpPr>
          <p:nvPr/>
        </p:nvSpPr>
        <p:spPr>
          <a:xfrm>
            <a:off x="9325200" y="5739328"/>
            <a:ext cx="5202523" cy="4841230"/>
          </a:xfrm>
          <a:prstGeom prst="rect">
            <a:avLst/>
          </a:prstGeom>
        </p:spPr>
      </p:sp>
      <p:sp>
        <p:nvSpPr>
          <p:cNvPr id="3" name="TextBox 2">
            <a:extLst>
              <a:ext uri="{FF2B5EF4-FFF2-40B4-BE49-F238E27FC236}">
                <a16:creationId xmlns:a16="http://schemas.microsoft.com/office/drawing/2014/main" id="{ADE750EC-F754-24F9-70E6-C95DDF06FB43}"/>
              </a:ext>
            </a:extLst>
          </p:cNvPr>
          <p:cNvSpPr txBox="1"/>
          <p:nvPr/>
        </p:nvSpPr>
        <p:spPr>
          <a:xfrm>
            <a:off x="6696364" y="1361447"/>
            <a:ext cx="5116945" cy="4708981"/>
          </a:xfrm>
          <a:prstGeom prst="rect">
            <a:avLst/>
          </a:prstGeom>
          <a:noFill/>
        </p:spPr>
        <p:txBody>
          <a:bodyPr wrap="square" rtlCol="0">
            <a:spAutoFit/>
          </a:bodyPr>
          <a:lstStyle/>
          <a:p>
            <a:pPr marL="342900" indent="-342900">
              <a:buFont typeface="Wingdings" panose="05000000000000000000" pitchFamily="2" charset="2"/>
              <a:buChar char="v"/>
            </a:pPr>
            <a:r>
              <a:rPr lang="en-US" sz="2000" dirty="0">
                <a:latin typeface="Segoe UI Emoji" panose="020B0502040204020203" pitchFamily="34" charset="0"/>
                <a:ea typeface="Segoe UI Emoji" panose="020B0502040204020203" pitchFamily="34" charset="0"/>
              </a:rPr>
              <a:t>Introduction</a:t>
            </a:r>
          </a:p>
          <a:p>
            <a:pPr marL="342900" indent="-342900">
              <a:buFont typeface="Wingdings" panose="05000000000000000000" pitchFamily="2" charset="2"/>
              <a:buChar char="v"/>
            </a:pPr>
            <a:r>
              <a:rPr lang="en-US" sz="2000" dirty="0">
                <a:latin typeface="Segoe UI Emoji" panose="020B0502040204020203" pitchFamily="34" charset="0"/>
                <a:ea typeface="Segoe UI Emoji" panose="020B0502040204020203" pitchFamily="34" charset="0"/>
              </a:rPr>
              <a:t>Problem Statement</a:t>
            </a:r>
          </a:p>
          <a:p>
            <a:pPr marL="342900" indent="-342900">
              <a:buFont typeface="Wingdings" panose="05000000000000000000" pitchFamily="2" charset="2"/>
              <a:buChar char="v"/>
            </a:pPr>
            <a:r>
              <a:rPr lang="en-US" sz="2000" dirty="0">
                <a:latin typeface="Segoe UI Emoji" panose="020B0502040204020203" pitchFamily="34" charset="0"/>
                <a:ea typeface="Segoe UI Emoji" panose="020B0502040204020203" pitchFamily="34" charset="0"/>
              </a:rPr>
              <a:t>Business Objective</a:t>
            </a:r>
          </a:p>
          <a:p>
            <a:pPr marL="342900" indent="-342900">
              <a:buFont typeface="Wingdings" panose="05000000000000000000" pitchFamily="2" charset="2"/>
              <a:buChar char="v"/>
            </a:pPr>
            <a:r>
              <a:rPr lang="en-US" sz="2000" dirty="0">
                <a:latin typeface="Segoe UI Emoji" panose="020B0502040204020203" pitchFamily="34" charset="0"/>
                <a:ea typeface="Segoe UI Emoji" panose="020B0502040204020203" pitchFamily="34" charset="0"/>
              </a:rPr>
              <a:t>Dataset Overview</a:t>
            </a:r>
          </a:p>
          <a:p>
            <a:pPr marL="342900" indent="-342900">
              <a:buFont typeface="Wingdings" panose="05000000000000000000" pitchFamily="2" charset="2"/>
              <a:buChar char="v"/>
            </a:pPr>
            <a:r>
              <a:rPr lang="en-US" sz="2000" dirty="0">
                <a:latin typeface="Segoe UI Emoji" panose="020B0502040204020203" pitchFamily="34" charset="0"/>
                <a:ea typeface="Segoe UI Emoji" panose="020B0502040204020203" pitchFamily="34" charset="0"/>
              </a:rPr>
              <a:t>Tools Used</a:t>
            </a:r>
          </a:p>
          <a:p>
            <a:pPr marL="342900" indent="-342900">
              <a:buFont typeface="Wingdings" panose="05000000000000000000" pitchFamily="2" charset="2"/>
              <a:buChar char="v"/>
            </a:pPr>
            <a:r>
              <a:rPr lang="en-US" sz="2000" dirty="0">
                <a:latin typeface="Segoe UI Emoji" panose="020B0502040204020203" pitchFamily="34" charset="0"/>
                <a:ea typeface="Segoe UI Emoji" panose="020B0502040204020203" pitchFamily="34" charset="0"/>
              </a:rPr>
              <a:t>KPIs Defined</a:t>
            </a:r>
          </a:p>
          <a:p>
            <a:pPr marL="342900" indent="-342900">
              <a:buFont typeface="Wingdings" panose="05000000000000000000" pitchFamily="2" charset="2"/>
              <a:buChar char="v"/>
            </a:pPr>
            <a:r>
              <a:rPr lang="en-US" sz="2000" dirty="0">
                <a:latin typeface="Segoe UI Emoji" panose="020B0502040204020203" pitchFamily="34" charset="0"/>
                <a:ea typeface="Segoe UI Emoji" panose="020B0502040204020203" pitchFamily="34" charset="0"/>
              </a:rPr>
              <a:t>Revenue Analysis</a:t>
            </a:r>
          </a:p>
          <a:p>
            <a:pPr marL="342900" indent="-342900">
              <a:buFont typeface="Wingdings" panose="05000000000000000000" pitchFamily="2" charset="2"/>
              <a:buChar char="v"/>
            </a:pPr>
            <a:r>
              <a:rPr lang="en-US" sz="2000" dirty="0">
                <a:latin typeface="Segoe UI Emoji" panose="020B0502040204020203" pitchFamily="34" charset="0"/>
                <a:ea typeface="Segoe UI Emoji" panose="020B0502040204020203" pitchFamily="34" charset="0"/>
              </a:rPr>
              <a:t>Occupancy Analysis</a:t>
            </a:r>
          </a:p>
          <a:p>
            <a:pPr marL="342900" indent="-342900">
              <a:buFont typeface="Wingdings" panose="05000000000000000000" pitchFamily="2" charset="2"/>
              <a:buChar char="v"/>
            </a:pPr>
            <a:r>
              <a:rPr lang="en-US" sz="2000" dirty="0">
                <a:latin typeface="Segoe UI Emoji" panose="020B0502040204020203" pitchFamily="34" charset="0"/>
                <a:ea typeface="Segoe UI Emoji" panose="020B0502040204020203" pitchFamily="34" charset="0"/>
              </a:rPr>
              <a:t>City / Hotel-wise Performance </a:t>
            </a:r>
          </a:p>
          <a:p>
            <a:pPr marL="342900" indent="-342900">
              <a:buFont typeface="Wingdings" panose="05000000000000000000" pitchFamily="2" charset="2"/>
              <a:buChar char="v"/>
            </a:pPr>
            <a:r>
              <a:rPr lang="en-US" sz="2000" dirty="0">
                <a:latin typeface="Segoe UI Emoji" panose="020B0502040204020203" pitchFamily="34" charset="0"/>
                <a:ea typeface="Segoe UI Emoji" panose="020B0502040204020203" pitchFamily="34" charset="0"/>
              </a:rPr>
              <a:t>Trend &amp; Seasonality</a:t>
            </a:r>
          </a:p>
          <a:p>
            <a:pPr marL="342900" indent="-342900">
              <a:buFont typeface="Wingdings" panose="05000000000000000000" pitchFamily="2" charset="2"/>
              <a:buChar char="v"/>
            </a:pPr>
            <a:r>
              <a:rPr lang="en-US" sz="2000" dirty="0">
                <a:latin typeface="Segoe UI Emoji" panose="020B0502040204020203" pitchFamily="34" charset="0"/>
                <a:ea typeface="Segoe UI Emoji" panose="020B0502040204020203" pitchFamily="34" charset="0"/>
              </a:rPr>
              <a:t>Key Insights</a:t>
            </a:r>
          </a:p>
          <a:p>
            <a:pPr marL="342900" indent="-342900">
              <a:buFont typeface="Wingdings" panose="05000000000000000000" pitchFamily="2" charset="2"/>
              <a:buChar char="v"/>
            </a:pPr>
            <a:r>
              <a:rPr lang="en-US" sz="2000" dirty="0">
                <a:latin typeface="Segoe UI Emoji" panose="020B0502040204020203" pitchFamily="34" charset="0"/>
                <a:ea typeface="Segoe UI Emoji" panose="020B0502040204020203" pitchFamily="34" charset="0"/>
              </a:rPr>
              <a:t>Business Problem Identified</a:t>
            </a:r>
          </a:p>
          <a:p>
            <a:pPr marL="342900" indent="-342900">
              <a:buFont typeface="Wingdings" panose="05000000000000000000" pitchFamily="2" charset="2"/>
              <a:buChar char="v"/>
            </a:pPr>
            <a:r>
              <a:rPr lang="en-US" sz="2000" dirty="0">
                <a:latin typeface="Segoe UI Emoji" panose="020B0502040204020203" pitchFamily="34" charset="0"/>
                <a:ea typeface="Segoe UI Emoji" panose="020B0502040204020203" pitchFamily="34" charset="0"/>
              </a:rPr>
              <a:t>Business Development Opportunities</a:t>
            </a:r>
          </a:p>
          <a:p>
            <a:pPr marL="342900" indent="-342900">
              <a:buFont typeface="Wingdings" panose="05000000000000000000" pitchFamily="2" charset="2"/>
              <a:buChar char="v"/>
            </a:pPr>
            <a:r>
              <a:rPr lang="en-US" sz="2000" dirty="0">
                <a:latin typeface="Segoe UI Emoji" panose="020B0502040204020203" pitchFamily="34" charset="0"/>
                <a:ea typeface="Segoe UI Emoji" panose="020B0502040204020203" pitchFamily="34" charset="0"/>
              </a:rPr>
              <a:t>Recommendations</a:t>
            </a:r>
          </a:p>
          <a:p>
            <a:pPr marL="342900" indent="-342900">
              <a:buFont typeface="Wingdings" panose="05000000000000000000" pitchFamily="2" charset="2"/>
              <a:buChar char="v"/>
            </a:pPr>
            <a:r>
              <a:rPr lang="en-US" sz="2000" dirty="0">
                <a:latin typeface="Segoe UI Emoji" panose="020B0502040204020203" pitchFamily="34" charset="0"/>
                <a:ea typeface="Segoe UI Emoji" panose="020B0502040204020203" pitchFamily="34" charset="0"/>
              </a:rPr>
              <a:t>Conclusion</a:t>
            </a:r>
          </a:p>
        </p:txBody>
      </p:sp>
    </p:spTree>
    <p:extLst>
      <p:ext uri="{BB962C8B-B14F-4D97-AF65-F5344CB8AC3E}">
        <p14:creationId xmlns:p14="http://schemas.microsoft.com/office/powerpoint/2010/main" val="944875080"/>
      </p:ext>
    </p:extLst>
  </p:cSld>
  <p:clrMapOvr>
    <a:masterClrMapping/>
  </p:clrMapOvr>
  <mc:AlternateContent xmlns:mc="http://schemas.openxmlformats.org/markup-compatibility/2006" xmlns:p15="http://schemas.microsoft.com/office/powerpoint/2012/main">
    <mc:Choice Requires="p15">
      <p:transition spd="med">
        <p15:prstTrans prst="peelOff" invX="1"/>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anim calcmode="lin" valueType="num">
                                      <p:cBhvr>
                                        <p:cTn id="8" dur="500" fill="hold"/>
                                        <p:tgtEl>
                                          <p:spTgt spid="2"/>
                                        </p:tgtEl>
                                        <p:attrNameLst>
                                          <p:attrName>ppt_x</p:attrName>
                                        </p:attrNameLst>
                                      </p:cBhvr>
                                      <p:tavLst>
                                        <p:tav tm="0">
                                          <p:val>
                                            <p:strVal val="#ppt_x"/>
                                          </p:val>
                                        </p:tav>
                                        <p:tav tm="100000">
                                          <p:val>
                                            <p:strVal val="#ppt_x"/>
                                          </p:val>
                                        </p:tav>
                                      </p:tavLst>
                                    </p:anim>
                                    <p:anim calcmode="lin" valueType="num">
                                      <p:cBhvr>
                                        <p:cTn id="9" dur="5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fade">
                                      <p:cBhvr>
                                        <p:cTn id="14" dur="500"/>
                                        <p:tgtEl>
                                          <p:spTgt spid="3">
                                            <p:txEl>
                                              <p:pRg st="0" end="0"/>
                                            </p:txEl>
                                          </p:spTgt>
                                        </p:tgtEl>
                                      </p:cBhvr>
                                    </p:animEffect>
                                    <p:anim calcmode="lin" valueType="num">
                                      <p:cBhvr>
                                        <p:cTn id="15"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6" dur="5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1" end="1"/>
                                            </p:txEl>
                                          </p:spTgt>
                                        </p:tgtEl>
                                        <p:attrNameLst>
                                          <p:attrName>style.visibility</p:attrName>
                                        </p:attrNameLst>
                                      </p:cBhvr>
                                      <p:to>
                                        <p:strVal val="visible"/>
                                      </p:to>
                                    </p:set>
                                    <p:animEffect transition="in" filter="fade">
                                      <p:cBhvr>
                                        <p:cTn id="21" dur="500"/>
                                        <p:tgtEl>
                                          <p:spTgt spid="3">
                                            <p:txEl>
                                              <p:pRg st="1" end="1"/>
                                            </p:txEl>
                                          </p:spTgt>
                                        </p:tgtEl>
                                      </p:cBhvr>
                                    </p:animEffect>
                                    <p:anim calcmode="lin" valueType="num">
                                      <p:cBhvr>
                                        <p:cTn id="22"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3" dur="5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2" end="2"/>
                                            </p:txEl>
                                          </p:spTgt>
                                        </p:tgtEl>
                                        <p:attrNameLst>
                                          <p:attrName>style.visibility</p:attrName>
                                        </p:attrNameLst>
                                      </p:cBhvr>
                                      <p:to>
                                        <p:strVal val="visible"/>
                                      </p:to>
                                    </p:set>
                                    <p:animEffect transition="in" filter="fade">
                                      <p:cBhvr>
                                        <p:cTn id="28" dur="500"/>
                                        <p:tgtEl>
                                          <p:spTgt spid="3">
                                            <p:txEl>
                                              <p:pRg st="2" end="2"/>
                                            </p:txEl>
                                          </p:spTgt>
                                        </p:tgtEl>
                                      </p:cBhvr>
                                    </p:animEffect>
                                    <p:anim calcmode="lin" valueType="num">
                                      <p:cBhvr>
                                        <p:cTn id="2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30" dur="5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3" end="3"/>
                                            </p:txEl>
                                          </p:spTgt>
                                        </p:tgtEl>
                                        <p:attrNameLst>
                                          <p:attrName>style.visibility</p:attrName>
                                        </p:attrNameLst>
                                      </p:cBhvr>
                                      <p:to>
                                        <p:strVal val="visible"/>
                                      </p:to>
                                    </p:set>
                                    <p:animEffect transition="in" filter="fade">
                                      <p:cBhvr>
                                        <p:cTn id="35" dur="500"/>
                                        <p:tgtEl>
                                          <p:spTgt spid="3">
                                            <p:txEl>
                                              <p:pRg st="3" end="3"/>
                                            </p:txEl>
                                          </p:spTgt>
                                        </p:tgtEl>
                                      </p:cBhvr>
                                    </p:animEffect>
                                    <p:anim calcmode="lin" valueType="num">
                                      <p:cBhvr>
                                        <p:cTn id="36"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7" dur="5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4" end="4"/>
                                            </p:txEl>
                                          </p:spTgt>
                                        </p:tgtEl>
                                        <p:attrNameLst>
                                          <p:attrName>style.visibility</p:attrName>
                                        </p:attrNameLst>
                                      </p:cBhvr>
                                      <p:to>
                                        <p:strVal val="visible"/>
                                      </p:to>
                                    </p:set>
                                    <p:animEffect transition="in" filter="fade">
                                      <p:cBhvr>
                                        <p:cTn id="42" dur="500"/>
                                        <p:tgtEl>
                                          <p:spTgt spid="3">
                                            <p:txEl>
                                              <p:pRg st="4" end="4"/>
                                            </p:txEl>
                                          </p:spTgt>
                                        </p:tgtEl>
                                      </p:cBhvr>
                                    </p:animEffect>
                                    <p:anim calcmode="lin" valueType="num">
                                      <p:cBhvr>
                                        <p:cTn id="43"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44" dur="5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3">
                                            <p:txEl>
                                              <p:pRg st="5" end="5"/>
                                            </p:txEl>
                                          </p:spTgt>
                                        </p:tgtEl>
                                        <p:attrNameLst>
                                          <p:attrName>style.visibility</p:attrName>
                                        </p:attrNameLst>
                                      </p:cBhvr>
                                      <p:to>
                                        <p:strVal val="visible"/>
                                      </p:to>
                                    </p:set>
                                    <p:animEffect transition="in" filter="fade">
                                      <p:cBhvr>
                                        <p:cTn id="49" dur="500"/>
                                        <p:tgtEl>
                                          <p:spTgt spid="3">
                                            <p:txEl>
                                              <p:pRg st="5" end="5"/>
                                            </p:txEl>
                                          </p:spTgt>
                                        </p:tgtEl>
                                      </p:cBhvr>
                                    </p:animEffect>
                                    <p:anim calcmode="lin" valueType="num">
                                      <p:cBhvr>
                                        <p:cTn id="50"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51" dur="5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3">
                                            <p:txEl>
                                              <p:pRg st="6" end="6"/>
                                            </p:txEl>
                                          </p:spTgt>
                                        </p:tgtEl>
                                        <p:attrNameLst>
                                          <p:attrName>style.visibility</p:attrName>
                                        </p:attrNameLst>
                                      </p:cBhvr>
                                      <p:to>
                                        <p:strVal val="visible"/>
                                      </p:to>
                                    </p:set>
                                    <p:animEffect transition="in" filter="fade">
                                      <p:cBhvr>
                                        <p:cTn id="56" dur="500"/>
                                        <p:tgtEl>
                                          <p:spTgt spid="3">
                                            <p:txEl>
                                              <p:pRg st="6" end="6"/>
                                            </p:txEl>
                                          </p:spTgt>
                                        </p:tgtEl>
                                      </p:cBhvr>
                                    </p:animEffect>
                                    <p:anim calcmode="lin" valueType="num">
                                      <p:cBhvr>
                                        <p:cTn id="57"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8" dur="5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3">
                                            <p:txEl>
                                              <p:pRg st="7" end="7"/>
                                            </p:txEl>
                                          </p:spTgt>
                                        </p:tgtEl>
                                        <p:attrNameLst>
                                          <p:attrName>style.visibility</p:attrName>
                                        </p:attrNameLst>
                                      </p:cBhvr>
                                      <p:to>
                                        <p:strVal val="visible"/>
                                      </p:to>
                                    </p:set>
                                    <p:animEffect transition="in" filter="fade">
                                      <p:cBhvr>
                                        <p:cTn id="63" dur="500"/>
                                        <p:tgtEl>
                                          <p:spTgt spid="3">
                                            <p:txEl>
                                              <p:pRg st="7" end="7"/>
                                            </p:txEl>
                                          </p:spTgt>
                                        </p:tgtEl>
                                      </p:cBhvr>
                                    </p:animEffect>
                                    <p:anim calcmode="lin" valueType="num">
                                      <p:cBhvr>
                                        <p:cTn id="64"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65" dur="5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3">
                                            <p:txEl>
                                              <p:pRg st="8" end="8"/>
                                            </p:txEl>
                                          </p:spTgt>
                                        </p:tgtEl>
                                        <p:attrNameLst>
                                          <p:attrName>style.visibility</p:attrName>
                                        </p:attrNameLst>
                                      </p:cBhvr>
                                      <p:to>
                                        <p:strVal val="visible"/>
                                      </p:to>
                                    </p:set>
                                    <p:animEffect transition="in" filter="fade">
                                      <p:cBhvr>
                                        <p:cTn id="70" dur="500"/>
                                        <p:tgtEl>
                                          <p:spTgt spid="3">
                                            <p:txEl>
                                              <p:pRg st="8" end="8"/>
                                            </p:txEl>
                                          </p:spTgt>
                                        </p:tgtEl>
                                      </p:cBhvr>
                                    </p:animEffect>
                                    <p:anim calcmode="lin" valueType="num">
                                      <p:cBhvr>
                                        <p:cTn id="71"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72" dur="5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42" presetClass="entr" presetSubtype="0" fill="hold" grpId="0" nodeType="clickEffect">
                                  <p:stCondLst>
                                    <p:cond delay="0"/>
                                  </p:stCondLst>
                                  <p:childTnLst>
                                    <p:set>
                                      <p:cBhvr>
                                        <p:cTn id="76" dur="1" fill="hold">
                                          <p:stCondLst>
                                            <p:cond delay="0"/>
                                          </p:stCondLst>
                                        </p:cTn>
                                        <p:tgtEl>
                                          <p:spTgt spid="3">
                                            <p:txEl>
                                              <p:pRg st="9" end="9"/>
                                            </p:txEl>
                                          </p:spTgt>
                                        </p:tgtEl>
                                        <p:attrNameLst>
                                          <p:attrName>style.visibility</p:attrName>
                                        </p:attrNameLst>
                                      </p:cBhvr>
                                      <p:to>
                                        <p:strVal val="visible"/>
                                      </p:to>
                                    </p:set>
                                    <p:animEffect transition="in" filter="fade">
                                      <p:cBhvr>
                                        <p:cTn id="77" dur="500"/>
                                        <p:tgtEl>
                                          <p:spTgt spid="3">
                                            <p:txEl>
                                              <p:pRg st="9" end="9"/>
                                            </p:txEl>
                                          </p:spTgt>
                                        </p:tgtEl>
                                      </p:cBhvr>
                                    </p:animEffect>
                                    <p:anim calcmode="lin" valueType="num">
                                      <p:cBhvr>
                                        <p:cTn id="78"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p:cTn id="79" dur="500" fill="hold"/>
                                        <p:tgtEl>
                                          <p:spTgt spid="3">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80" fill="hold">
                      <p:stCondLst>
                        <p:cond delay="indefinite"/>
                      </p:stCondLst>
                      <p:childTnLst>
                        <p:par>
                          <p:cTn id="81" fill="hold">
                            <p:stCondLst>
                              <p:cond delay="0"/>
                            </p:stCondLst>
                            <p:childTnLst>
                              <p:par>
                                <p:cTn id="82" presetID="42" presetClass="entr" presetSubtype="0" fill="hold" grpId="0" nodeType="clickEffect">
                                  <p:stCondLst>
                                    <p:cond delay="0"/>
                                  </p:stCondLst>
                                  <p:childTnLst>
                                    <p:set>
                                      <p:cBhvr>
                                        <p:cTn id="83" dur="1" fill="hold">
                                          <p:stCondLst>
                                            <p:cond delay="0"/>
                                          </p:stCondLst>
                                        </p:cTn>
                                        <p:tgtEl>
                                          <p:spTgt spid="3">
                                            <p:txEl>
                                              <p:pRg st="10" end="10"/>
                                            </p:txEl>
                                          </p:spTgt>
                                        </p:tgtEl>
                                        <p:attrNameLst>
                                          <p:attrName>style.visibility</p:attrName>
                                        </p:attrNameLst>
                                      </p:cBhvr>
                                      <p:to>
                                        <p:strVal val="visible"/>
                                      </p:to>
                                    </p:set>
                                    <p:animEffect transition="in" filter="fade">
                                      <p:cBhvr>
                                        <p:cTn id="84" dur="500"/>
                                        <p:tgtEl>
                                          <p:spTgt spid="3">
                                            <p:txEl>
                                              <p:pRg st="10" end="10"/>
                                            </p:txEl>
                                          </p:spTgt>
                                        </p:tgtEl>
                                      </p:cBhvr>
                                    </p:animEffect>
                                    <p:anim calcmode="lin" valueType="num">
                                      <p:cBhvr>
                                        <p:cTn id="85"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p:cTn id="86" dur="500" fill="hold"/>
                                        <p:tgtEl>
                                          <p:spTgt spid="3">
                                            <p:txEl>
                                              <p:pRg st="10" end="10"/>
                                            </p:txEl>
                                          </p:spTgt>
                                        </p:tgtEl>
                                        <p:attrNameLst>
                                          <p:attrName>ppt_y</p:attrName>
                                        </p:attrNameLst>
                                      </p:cBhvr>
                                      <p:tavLst>
                                        <p:tav tm="0">
                                          <p:val>
                                            <p:strVal val="#ppt_y+.1"/>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42" presetClass="entr" presetSubtype="0" fill="hold" grpId="0" nodeType="clickEffect">
                                  <p:stCondLst>
                                    <p:cond delay="0"/>
                                  </p:stCondLst>
                                  <p:childTnLst>
                                    <p:set>
                                      <p:cBhvr>
                                        <p:cTn id="90" dur="1" fill="hold">
                                          <p:stCondLst>
                                            <p:cond delay="0"/>
                                          </p:stCondLst>
                                        </p:cTn>
                                        <p:tgtEl>
                                          <p:spTgt spid="3">
                                            <p:txEl>
                                              <p:pRg st="11" end="11"/>
                                            </p:txEl>
                                          </p:spTgt>
                                        </p:tgtEl>
                                        <p:attrNameLst>
                                          <p:attrName>style.visibility</p:attrName>
                                        </p:attrNameLst>
                                      </p:cBhvr>
                                      <p:to>
                                        <p:strVal val="visible"/>
                                      </p:to>
                                    </p:set>
                                    <p:animEffect transition="in" filter="fade">
                                      <p:cBhvr>
                                        <p:cTn id="91" dur="500"/>
                                        <p:tgtEl>
                                          <p:spTgt spid="3">
                                            <p:txEl>
                                              <p:pRg st="11" end="11"/>
                                            </p:txEl>
                                          </p:spTgt>
                                        </p:tgtEl>
                                      </p:cBhvr>
                                    </p:animEffect>
                                    <p:anim calcmode="lin" valueType="num">
                                      <p:cBhvr>
                                        <p:cTn id="92"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p:cTn id="93" dur="500" fill="hold"/>
                                        <p:tgtEl>
                                          <p:spTgt spid="3">
                                            <p:txEl>
                                              <p:pRg st="11" end="11"/>
                                            </p:txEl>
                                          </p:spTgt>
                                        </p:tgtEl>
                                        <p:attrNameLst>
                                          <p:attrName>ppt_y</p:attrName>
                                        </p:attrNameLst>
                                      </p:cBhvr>
                                      <p:tavLst>
                                        <p:tav tm="0">
                                          <p:val>
                                            <p:strVal val="#ppt_y+.1"/>
                                          </p:val>
                                        </p:tav>
                                        <p:tav tm="100000">
                                          <p:val>
                                            <p:strVal val="#ppt_y"/>
                                          </p:val>
                                        </p:tav>
                                      </p:tavLst>
                                    </p:anim>
                                  </p:childTnLst>
                                </p:cTn>
                              </p:par>
                            </p:childTnLst>
                          </p:cTn>
                        </p:par>
                      </p:childTnLst>
                    </p:cTn>
                  </p:par>
                  <p:par>
                    <p:cTn id="94" fill="hold">
                      <p:stCondLst>
                        <p:cond delay="indefinite"/>
                      </p:stCondLst>
                      <p:childTnLst>
                        <p:par>
                          <p:cTn id="95" fill="hold">
                            <p:stCondLst>
                              <p:cond delay="0"/>
                            </p:stCondLst>
                            <p:childTnLst>
                              <p:par>
                                <p:cTn id="96" presetID="42" presetClass="entr" presetSubtype="0" fill="hold" grpId="0" nodeType="clickEffect">
                                  <p:stCondLst>
                                    <p:cond delay="0"/>
                                  </p:stCondLst>
                                  <p:childTnLst>
                                    <p:set>
                                      <p:cBhvr>
                                        <p:cTn id="97" dur="1" fill="hold">
                                          <p:stCondLst>
                                            <p:cond delay="0"/>
                                          </p:stCondLst>
                                        </p:cTn>
                                        <p:tgtEl>
                                          <p:spTgt spid="3">
                                            <p:txEl>
                                              <p:pRg st="12" end="12"/>
                                            </p:txEl>
                                          </p:spTgt>
                                        </p:tgtEl>
                                        <p:attrNameLst>
                                          <p:attrName>style.visibility</p:attrName>
                                        </p:attrNameLst>
                                      </p:cBhvr>
                                      <p:to>
                                        <p:strVal val="visible"/>
                                      </p:to>
                                    </p:set>
                                    <p:animEffect transition="in" filter="fade">
                                      <p:cBhvr>
                                        <p:cTn id="98" dur="500"/>
                                        <p:tgtEl>
                                          <p:spTgt spid="3">
                                            <p:txEl>
                                              <p:pRg st="12" end="12"/>
                                            </p:txEl>
                                          </p:spTgt>
                                        </p:tgtEl>
                                      </p:cBhvr>
                                    </p:animEffect>
                                    <p:anim calcmode="lin" valueType="num">
                                      <p:cBhvr>
                                        <p:cTn id="99"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p:cTn id="100" dur="500" fill="hold"/>
                                        <p:tgtEl>
                                          <p:spTgt spid="3">
                                            <p:txEl>
                                              <p:pRg st="12" end="12"/>
                                            </p:txEl>
                                          </p:spTgt>
                                        </p:tgtEl>
                                        <p:attrNameLst>
                                          <p:attrName>ppt_y</p:attrName>
                                        </p:attrNameLst>
                                      </p:cBhvr>
                                      <p:tavLst>
                                        <p:tav tm="0">
                                          <p:val>
                                            <p:strVal val="#ppt_y+.1"/>
                                          </p:val>
                                        </p:tav>
                                        <p:tav tm="100000">
                                          <p:val>
                                            <p:strVal val="#ppt_y"/>
                                          </p:val>
                                        </p:tav>
                                      </p:tavLst>
                                    </p:anim>
                                  </p:childTnLst>
                                </p:cTn>
                              </p:par>
                            </p:childTnLst>
                          </p:cTn>
                        </p:par>
                      </p:childTnLst>
                    </p:cTn>
                  </p:par>
                  <p:par>
                    <p:cTn id="101" fill="hold">
                      <p:stCondLst>
                        <p:cond delay="indefinite"/>
                      </p:stCondLst>
                      <p:childTnLst>
                        <p:par>
                          <p:cTn id="102" fill="hold">
                            <p:stCondLst>
                              <p:cond delay="0"/>
                            </p:stCondLst>
                            <p:childTnLst>
                              <p:par>
                                <p:cTn id="103" presetID="42" presetClass="entr" presetSubtype="0" fill="hold" grpId="0" nodeType="clickEffect">
                                  <p:stCondLst>
                                    <p:cond delay="0"/>
                                  </p:stCondLst>
                                  <p:childTnLst>
                                    <p:set>
                                      <p:cBhvr>
                                        <p:cTn id="104" dur="1" fill="hold">
                                          <p:stCondLst>
                                            <p:cond delay="0"/>
                                          </p:stCondLst>
                                        </p:cTn>
                                        <p:tgtEl>
                                          <p:spTgt spid="3">
                                            <p:txEl>
                                              <p:pRg st="13" end="13"/>
                                            </p:txEl>
                                          </p:spTgt>
                                        </p:tgtEl>
                                        <p:attrNameLst>
                                          <p:attrName>style.visibility</p:attrName>
                                        </p:attrNameLst>
                                      </p:cBhvr>
                                      <p:to>
                                        <p:strVal val="visible"/>
                                      </p:to>
                                    </p:set>
                                    <p:animEffect transition="in" filter="fade">
                                      <p:cBhvr>
                                        <p:cTn id="105" dur="500"/>
                                        <p:tgtEl>
                                          <p:spTgt spid="3">
                                            <p:txEl>
                                              <p:pRg st="13" end="13"/>
                                            </p:txEl>
                                          </p:spTgt>
                                        </p:tgtEl>
                                      </p:cBhvr>
                                    </p:animEffect>
                                    <p:anim calcmode="lin" valueType="num">
                                      <p:cBhvr>
                                        <p:cTn id="106" dur="500" fill="hold"/>
                                        <p:tgtEl>
                                          <p:spTgt spid="3">
                                            <p:txEl>
                                              <p:pRg st="13" end="13"/>
                                            </p:txEl>
                                          </p:spTgt>
                                        </p:tgtEl>
                                        <p:attrNameLst>
                                          <p:attrName>ppt_x</p:attrName>
                                        </p:attrNameLst>
                                      </p:cBhvr>
                                      <p:tavLst>
                                        <p:tav tm="0">
                                          <p:val>
                                            <p:strVal val="#ppt_x"/>
                                          </p:val>
                                        </p:tav>
                                        <p:tav tm="100000">
                                          <p:val>
                                            <p:strVal val="#ppt_x"/>
                                          </p:val>
                                        </p:tav>
                                      </p:tavLst>
                                    </p:anim>
                                    <p:anim calcmode="lin" valueType="num">
                                      <p:cBhvr>
                                        <p:cTn id="107" dur="500" fill="hold"/>
                                        <p:tgtEl>
                                          <p:spTgt spid="3">
                                            <p:txEl>
                                              <p:pRg st="13" end="13"/>
                                            </p:txEl>
                                          </p:spTgt>
                                        </p:tgtEl>
                                        <p:attrNameLst>
                                          <p:attrName>ppt_y</p:attrName>
                                        </p:attrNameLst>
                                      </p:cBhvr>
                                      <p:tavLst>
                                        <p:tav tm="0">
                                          <p:val>
                                            <p:strVal val="#ppt_y+.1"/>
                                          </p:val>
                                        </p:tav>
                                        <p:tav tm="100000">
                                          <p:val>
                                            <p:strVal val="#ppt_y"/>
                                          </p:val>
                                        </p:tav>
                                      </p:tavLst>
                                    </p:anim>
                                  </p:childTnLst>
                                </p:cTn>
                              </p:par>
                            </p:childTnLst>
                          </p:cTn>
                        </p:par>
                      </p:childTnLst>
                    </p:cTn>
                  </p:par>
                  <p:par>
                    <p:cTn id="108" fill="hold">
                      <p:stCondLst>
                        <p:cond delay="indefinite"/>
                      </p:stCondLst>
                      <p:childTnLst>
                        <p:par>
                          <p:cTn id="109" fill="hold">
                            <p:stCondLst>
                              <p:cond delay="0"/>
                            </p:stCondLst>
                            <p:childTnLst>
                              <p:par>
                                <p:cTn id="110" presetID="42" presetClass="entr" presetSubtype="0" fill="hold" grpId="0" nodeType="clickEffect">
                                  <p:stCondLst>
                                    <p:cond delay="0"/>
                                  </p:stCondLst>
                                  <p:childTnLst>
                                    <p:set>
                                      <p:cBhvr>
                                        <p:cTn id="111" dur="1" fill="hold">
                                          <p:stCondLst>
                                            <p:cond delay="0"/>
                                          </p:stCondLst>
                                        </p:cTn>
                                        <p:tgtEl>
                                          <p:spTgt spid="3">
                                            <p:txEl>
                                              <p:pRg st="14" end="14"/>
                                            </p:txEl>
                                          </p:spTgt>
                                        </p:tgtEl>
                                        <p:attrNameLst>
                                          <p:attrName>style.visibility</p:attrName>
                                        </p:attrNameLst>
                                      </p:cBhvr>
                                      <p:to>
                                        <p:strVal val="visible"/>
                                      </p:to>
                                    </p:set>
                                    <p:animEffect transition="in" filter="fade">
                                      <p:cBhvr>
                                        <p:cTn id="112" dur="500"/>
                                        <p:tgtEl>
                                          <p:spTgt spid="3">
                                            <p:txEl>
                                              <p:pRg st="14" end="14"/>
                                            </p:txEl>
                                          </p:spTgt>
                                        </p:tgtEl>
                                      </p:cBhvr>
                                    </p:animEffect>
                                    <p:anim calcmode="lin" valueType="num">
                                      <p:cBhvr>
                                        <p:cTn id="113" dur="500" fill="hold"/>
                                        <p:tgtEl>
                                          <p:spTgt spid="3">
                                            <p:txEl>
                                              <p:pRg st="14" end="14"/>
                                            </p:txEl>
                                          </p:spTgt>
                                        </p:tgtEl>
                                        <p:attrNameLst>
                                          <p:attrName>ppt_x</p:attrName>
                                        </p:attrNameLst>
                                      </p:cBhvr>
                                      <p:tavLst>
                                        <p:tav tm="0">
                                          <p:val>
                                            <p:strVal val="#ppt_x"/>
                                          </p:val>
                                        </p:tav>
                                        <p:tav tm="100000">
                                          <p:val>
                                            <p:strVal val="#ppt_x"/>
                                          </p:val>
                                        </p:tav>
                                      </p:tavLst>
                                    </p:anim>
                                    <p:anim calcmode="lin" valueType="num">
                                      <p:cBhvr>
                                        <p:cTn id="114" dur="500" fill="hold"/>
                                        <p:tgtEl>
                                          <p:spTgt spid="3">
                                            <p:txEl>
                                              <p:pRg st="14" end="1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377D1B-1B91-D28F-8AE4-6E9400C907B6}"/>
              </a:ext>
            </a:extLst>
          </p:cNvPr>
          <p:cNvSpPr>
            <a:spLocks noGrp="1"/>
          </p:cNvSpPr>
          <p:nvPr>
            <p:ph type="title"/>
          </p:nvPr>
        </p:nvSpPr>
        <p:spPr/>
        <p:txBody>
          <a:bodyPr/>
          <a:lstStyle/>
          <a:p>
            <a:r>
              <a:rPr lang="en-US" sz="4400" dirty="0">
                <a:latin typeface="High Tower Text" panose="02040502050506030303" pitchFamily="18" charset="0"/>
              </a:rPr>
              <a:t>Introduction</a:t>
            </a:r>
            <a:endParaRPr lang="en-US" sz="7200" dirty="0">
              <a:latin typeface="High Tower Text" panose="02040502050506030303" pitchFamily="18" charset="0"/>
            </a:endParaRPr>
          </a:p>
        </p:txBody>
      </p:sp>
      <p:sp>
        <p:nvSpPr>
          <p:cNvPr id="3" name="Slide Number Placeholder 2">
            <a:extLst>
              <a:ext uri="{FF2B5EF4-FFF2-40B4-BE49-F238E27FC236}">
                <a16:creationId xmlns:a16="http://schemas.microsoft.com/office/drawing/2014/main" id="{E826AA25-8C5D-8AE7-00D3-01D181BC8517}"/>
              </a:ext>
            </a:extLst>
          </p:cNvPr>
          <p:cNvSpPr>
            <a:spLocks noGrp="1"/>
          </p:cNvSpPr>
          <p:nvPr>
            <p:ph type="sldNum" sz="quarter" idx="12"/>
          </p:nvPr>
        </p:nvSpPr>
        <p:spPr/>
        <p:txBody>
          <a:bodyPr/>
          <a:lstStyle/>
          <a:p>
            <a:fld id="{9FF96B15-8338-45D5-A943-561235072D66}" type="slidenum">
              <a:rPr lang="en-US" noProof="0" smtClean="0"/>
              <a:t>3</a:t>
            </a:fld>
            <a:endParaRPr lang="en-US" noProof="0" dirty="0"/>
          </a:p>
        </p:txBody>
      </p:sp>
      <p:sp>
        <p:nvSpPr>
          <p:cNvPr id="4" name="Text Placeholder 3">
            <a:extLst>
              <a:ext uri="{FF2B5EF4-FFF2-40B4-BE49-F238E27FC236}">
                <a16:creationId xmlns:a16="http://schemas.microsoft.com/office/drawing/2014/main" id="{6CA7A36E-9EC6-D20A-4CEE-11587CA3029F}"/>
              </a:ext>
            </a:extLst>
          </p:cNvPr>
          <p:cNvSpPr>
            <a:spLocks noGrp="1"/>
          </p:cNvSpPr>
          <p:nvPr>
            <p:ph type="body" sz="quarter" idx="13"/>
          </p:nvPr>
        </p:nvSpPr>
        <p:spPr>
          <a:xfrm>
            <a:off x="1898621" y="2765238"/>
            <a:ext cx="8663700" cy="3477682"/>
          </a:xfrm>
        </p:spPr>
        <p:txBody>
          <a:bodyPr>
            <a:normAutofit/>
          </a:bodyPr>
          <a:lstStyle/>
          <a:p>
            <a:pPr algn="just">
              <a:lnSpc>
                <a:spcPct val="150000"/>
              </a:lnSpc>
            </a:pPr>
            <a:r>
              <a:rPr lang="en-US" sz="2000" dirty="0">
                <a:solidFill>
                  <a:schemeClr val="tx1"/>
                </a:solidFill>
                <a:latin typeface="Segoe UI Emoji" panose="020B0502040204020203" pitchFamily="34" charset="0"/>
                <a:ea typeface="Segoe UI Emoji" panose="020B0502040204020203" pitchFamily="34" charset="0"/>
              </a:rPr>
              <a:t>The hospitality industry operates in a highly competitive and demand‑driven environment where pricing, occupancy, and customer preferences change rapidly. Data‑driven decision‑making is essential to improve revenue performance, optimize operations, and enhance guest experience. This presentation summarizes insights derived from the Hospitality Analytics, providing a clear view of business performance and actionable strategies for growth.</a:t>
            </a:r>
          </a:p>
        </p:txBody>
      </p:sp>
    </p:spTree>
    <p:extLst>
      <p:ext uri="{BB962C8B-B14F-4D97-AF65-F5344CB8AC3E}">
        <p14:creationId xmlns:p14="http://schemas.microsoft.com/office/powerpoint/2010/main" val="4225381732"/>
      </p:ext>
    </p:extLst>
  </p:cSld>
  <p:clrMapOvr>
    <a:masterClrMapping/>
  </p:clrMapOvr>
  <mc:AlternateContent xmlns:mc="http://schemas.openxmlformats.org/markup-compatibility/2006" xmlns:p15="http://schemas.microsoft.com/office/powerpoint/2012/main">
    <mc:Choice Requires="p15">
      <p:transition spd="med">
        <p15:prstTrans prst="peelOff" invX="1"/>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anim calcmode="lin" valueType="num">
                                      <p:cBhvr>
                                        <p:cTn id="8" dur="500" fill="hold"/>
                                        <p:tgtEl>
                                          <p:spTgt spid="2"/>
                                        </p:tgtEl>
                                        <p:attrNameLst>
                                          <p:attrName>ppt_x</p:attrName>
                                        </p:attrNameLst>
                                      </p:cBhvr>
                                      <p:tavLst>
                                        <p:tav tm="0">
                                          <p:val>
                                            <p:strVal val="#ppt_x"/>
                                          </p:val>
                                        </p:tav>
                                        <p:tav tm="100000">
                                          <p:val>
                                            <p:strVal val="#ppt_x"/>
                                          </p:val>
                                        </p:tav>
                                      </p:tavLst>
                                    </p:anim>
                                    <p:anim calcmode="lin" valueType="num">
                                      <p:cBhvr>
                                        <p:cTn id="9" dur="5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xEl>
                                              <p:pRg st="0" end="0"/>
                                            </p:txEl>
                                          </p:spTgt>
                                        </p:tgtEl>
                                        <p:attrNameLst>
                                          <p:attrName>style.visibility</p:attrName>
                                        </p:attrNameLst>
                                      </p:cBhvr>
                                      <p:to>
                                        <p:strVal val="visible"/>
                                      </p:to>
                                    </p:set>
                                    <p:animEffect transition="in" filter="fade">
                                      <p:cBhvr>
                                        <p:cTn id="14" dur="500"/>
                                        <p:tgtEl>
                                          <p:spTgt spid="4">
                                            <p:txEl>
                                              <p:pRg st="0" end="0"/>
                                            </p:txEl>
                                          </p:spTgt>
                                        </p:tgtEl>
                                      </p:cBhvr>
                                    </p:animEffect>
                                    <p:anim calcmode="lin" valueType="num">
                                      <p:cBhvr>
                                        <p:cTn id="15"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16" dur="5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98DCA46-603B-4178-8707-30E192CE6B8D}"/>
              </a:ext>
            </a:extLst>
          </p:cNvPr>
          <p:cNvSpPr>
            <a:spLocks noGrp="1"/>
          </p:cNvSpPr>
          <p:nvPr>
            <p:ph type="title"/>
          </p:nvPr>
        </p:nvSpPr>
        <p:spPr>
          <a:xfrm>
            <a:off x="1101164" y="1081245"/>
            <a:ext cx="8761413" cy="1124073"/>
          </a:xfrm>
        </p:spPr>
        <p:txBody>
          <a:bodyPr/>
          <a:lstStyle/>
          <a:p>
            <a:r>
              <a:rPr lang="en-US" sz="4000" dirty="0">
                <a:latin typeface="High Tower Text" panose="02040502050506030303" pitchFamily="18" charset="0"/>
              </a:rPr>
              <a:t>Problem Statement</a:t>
            </a:r>
            <a:br>
              <a:rPr lang="en-US" sz="4000" dirty="0">
                <a:latin typeface="High Tower Text" panose="02040502050506030303" pitchFamily="18" charset="0"/>
              </a:rPr>
            </a:br>
            <a:endParaRPr lang="en-US" sz="4000" dirty="0">
              <a:latin typeface="High Tower Text" panose="02040502050506030303" pitchFamily="18" charset="0"/>
            </a:endParaRPr>
          </a:p>
        </p:txBody>
      </p:sp>
      <p:sp>
        <p:nvSpPr>
          <p:cNvPr id="2" name="Text Placeholder 1">
            <a:extLst>
              <a:ext uri="{FF2B5EF4-FFF2-40B4-BE49-F238E27FC236}">
                <a16:creationId xmlns:a16="http://schemas.microsoft.com/office/drawing/2014/main" id="{F4480DAD-30FE-4C86-9C81-495661668944}"/>
              </a:ext>
            </a:extLst>
          </p:cNvPr>
          <p:cNvSpPr>
            <a:spLocks noGrp="1"/>
          </p:cNvSpPr>
          <p:nvPr>
            <p:ph type="body" sz="quarter" idx="13"/>
          </p:nvPr>
        </p:nvSpPr>
        <p:spPr>
          <a:xfrm>
            <a:off x="1764150" y="2510118"/>
            <a:ext cx="8663700" cy="3786591"/>
          </a:xfrm>
        </p:spPr>
        <p:txBody>
          <a:bodyPr>
            <a:normAutofit/>
          </a:bodyPr>
          <a:lstStyle/>
          <a:p>
            <a:pPr algn="just">
              <a:lnSpc>
                <a:spcPct val="150000"/>
              </a:lnSpc>
            </a:pPr>
            <a:r>
              <a:rPr lang="en-US" sz="2000" dirty="0">
                <a:solidFill>
                  <a:schemeClr val="tx1"/>
                </a:solidFill>
                <a:latin typeface="Segoe UI Emoji" panose="020B0502040204020203" pitchFamily="34" charset="0"/>
                <a:ea typeface="Segoe UI Emoji" panose="020B0502040204020203" pitchFamily="34" charset="0"/>
              </a:rPr>
              <a:t>Despite steady booking volumes, the business faces challenges in maximizing revenue and maintaining optimal occupancy across cities and hotels. Variations in seasonal demand, inconsistent performance across properties, and limited visibility into key revenue drivers make it difficult for management to take timely and effective decisions.</a:t>
            </a:r>
          </a:p>
        </p:txBody>
      </p:sp>
      <p:sp>
        <p:nvSpPr>
          <p:cNvPr id="3" name="TextBox 2">
            <a:extLst>
              <a:ext uri="{FF2B5EF4-FFF2-40B4-BE49-F238E27FC236}">
                <a16:creationId xmlns:a16="http://schemas.microsoft.com/office/drawing/2014/main" id="{6D4D6042-E91D-D47B-F3B4-89B2C8DD2F24}"/>
              </a:ext>
            </a:extLst>
          </p:cNvPr>
          <p:cNvSpPr txBox="1"/>
          <p:nvPr/>
        </p:nvSpPr>
        <p:spPr>
          <a:xfrm>
            <a:off x="10587318" y="623936"/>
            <a:ext cx="584201" cy="523220"/>
          </a:xfrm>
          <a:prstGeom prst="rect">
            <a:avLst/>
          </a:prstGeom>
          <a:noFill/>
        </p:spPr>
        <p:txBody>
          <a:bodyPr wrap="square" rtlCol="0">
            <a:spAutoFit/>
          </a:bodyPr>
          <a:lstStyle/>
          <a:p>
            <a:r>
              <a:rPr lang="en-US" sz="2800" dirty="0">
                <a:solidFill>
                  <a:schemeClr val="bg1"/>
                </a:solidFill>
              </a:rPr>
              <a:t>4</a:t>
            </a:r>
          </a:p>
        </p:txBody>
      </p:sp>
    </p:spTree>
    <p:extLst>
      <p:ext uri="{BB962C8B-B14F-4D97-AF65-F5344CB8AC3E}">
        <p14:creationId xmlns:p14="http://schemas.microsoft.com/office/powerpoint/2010/main" val="2394598200"/>
      </p:ext>
    </p:extLst>
  </p:cSld>
  <p:clrMapOvr>
    <a:masterClrMapping/>
  </p:clrMapOvr>
  <mc:AlternateContent xmlns:mc="http://schemas.openxmlformats.org/markup-compatibility/2006" xmlns:p15="http://schemas.microsoft.com/office/powerpoint/2012/main">
    <mc:Choice Requires="p15">
      <p:transition spd="med">
        <p15:prstTrans prst="peelOff" invX="1"/>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anim calcmode="lin" valueType="num">
                                      <p:cBhvr>
                                        <p:cTn id="8" dur="500" fill="hold"/>
                                        <p:tgtEl>
                                          <p:spTgt spid="4"/>
                                        </p:tgtEl>
                                        <p:attrNameLst>
                                          <p:attrName>ppt_x</p:attrName>
                                        </p:attrNameLst>
                                      </p:cBhvr>
                                      <p:tavLst>
                                        <p:tav tm="0">
                                          <p:val>
                                            <p:strVal val="#ppt_x"/>
                                          </p:val>
                                        </p:tav>
                                        <p:tav tm="100000">
                                          <p:val>
                                            <p:strVal val="#ppt_x"/>
                                          </p:val>
                                        </p:tav>
                                      </p:tavLst>
                                    </p:anim>
                                    <p:anim calcmode="lin" valueType="num">
                                      <p:cBhvr>
                                        <p:cTn id="9" dur="5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500"/>
                                        <p:tgtEl>
                                          <p:spTgt spid="2">
                                            <p:txEl>
                                              <p:pRg st="0" end="0"/>
                                            </p:txEl>
                                          </p:spTgt>
                                        </p:tgtEl>
                                      </p:cBhvr>
                                    </p:animEffect>
                                    <p:anim calcmode="lin" valueType="num">
                                      <p:cBhvr>
                                        <p:cTn id="15"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5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2"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306732-B249-D9A3-25B1-5199186709E9}"/>
              </a:ext>
            </a:extLst>
          </p:cNvPr>
          <p:cNvSpPr>
            <a:spLocks noGrp="1"/>
          </p:cNvSpPr>
          <p:nvPr>
            <p:ph type="title"/>
          </p:nvPr>
        </p:nvSpPr>
        <p:spPr>
          <a:xfrm>
            <a:off x="1145988" y="1178486"/>
            <a:ext cx="8761413" cy="1228164"/>
          </a:xfrm>
        </p:spPr>
        <p:txBody>
          <a:bodyPr/>
          <a:lstStyle/>
          <a:p>
            <a:r>
              <a:rPr lang="en-US" sz="4400" dirty="0">
                <a:latin typeface="High Tower Text" panose="02040502050506030303" pitchFamily="18" charset="0"/>
              </a:rPr>
              <a:t>Business Objective</a:t>
            </a:r>
            <a:br>
              <a:rPr lang="en-US" sz="4400" dirty="0">
                <a:latin typeface="High Tower Text" panose="02040502050506030303" pitchFamily="18" charset="0"/>
              </a:rPr>
            </a:br>
            <a:endParaRPr lang="en-US" sz="4400" dirty="0">
              <a:latin typeface="High Tower Text" panose="02040502050506030303" pitchFamily="18" charset="0"/>
            </a:endParaRPr>
          </a:p>
        </p:txBody>
      </p:sp>
      <p:sp>
        <p:nvSpPr>
          <p:cNvPr id="3" name="Slide Number Placeholder 2">
            <a:extLst>
              <a:ext uri="{FF2B5EF4-FFF2-40B4-BE49-F238E27FC236}">
                <a16:creationId xmlns:a16="http://schemas.microsoft.com/office/drawing/2014/main" id="{3ECEFC85-6FAA-2594-6DB4-EB135C58B6B7}"/>
              </a:ext>
            </a:extLst>
          </p:cNvPr>
          <p:cNvSpPr>
            <a:spLocks noGrp="1"/>
          </p:cNvSpPr>
          <p:nvPr>
            <p:ph type="sldNum" sz="quarter" idx="12"/>
          </p:nvPr>
        </p:nvSpPr>
        <p:spPr/>
        <p:txBody>
          <a:bodyPr/>
          <a:lstStyle/>
          <a:p>
            <a:fld id="{9FF96B15-8338-45D5-A943-561235072D66}" type="slidenum">
              <a:rPr lang="en-US" noProof="0" smtClean="0"/>
              <a:t>5</a:t>
            </a:fld>
            <a:endParaRPr lang="en-US" noProof="0" dirty="0"/>
          </a:p>
        </p:txBody>
      </p:sp>
      <p:sp>
        <p:nvSpPr>
          <p:cNvPr id="4" name="Text Placeholder 3">
            <a:extLst>
              <a:ext uri="{FF2B5EF4-FFF2-40B4-BE49-F238E27FC236}">
                <a16:creationId xmlns:a16="http://schemas.microsoft.com/office/drawing/2014/main" id="{ADB1DD33-411E-C04F-F266-58B584E038FE}"/>
              </a:ext>
            </a:extLst>
          </p:cNvPr>
          <p:cNvSpPr>
            <a:spLocks noGrp="1"/>
          </p:cNvSpPr>
          <p:nvPr>
            <p:ph type="body" sz="quarter" idx="13"/>
          </p:nvPr>
        </p:nvSpPr>
        <p:spPr>
          <a:xfrm>
            <a:off x="1614880" y="2783167"/>
            <a:ext cx="8663700" cy="3477682"/>
          </a:xfrm>
        </p:spPr>
        <p:txBody>
          <a:bodyPr>
            <a:noAutofit/>
          </a:bodyPr>
          <a:lstStyle/>
          <a:p>
            <a:pPr algn="just">
              <a:lnSpc>
                <a:spcPct val="150000"/>
              </a:lnSpc>
            </a:pPr>
            <a:r>
              <a:rPr lang="en-US" sz="2000" b="1" dirty="0">
                <a:solidFill>
                  <a:schemeClr val="tx1">
                    <a:lumMod val="95000"/>
                    <a:lumOff val="5000"/>
                  </a:schemeClr>
                </a:solidFill>
                <a:latin typeface="Segoe UI Emoji" panose="020B0502040204020203" pitchFamily="34" charset="0"/>
                <a:ea typeface="Segoe UI Emoji" panose="020B0502040204020203" pitchFamily="34" charset="0"/>
              </a:rPr>
              <a:t>The primary objective of this analysis is to:</a:t>
            </a:r>
          </a:p>
          <a:p>
            <a:pPr marL="285750" indent="-285750" algn="just">
              <a:lnSpc>
                <a:spcPct val="150000"/>
              </a:lnSpc>
              <a:buFont typeface="Wingdings" panose="05000000000000000000" pitchFamily="2" charset="2"/>
              <a:buChar char="ü"/>
            </a:pPr>
            <a:r>
              <a:rPr lang="en-US" sz="2000" dirty="0">
                <a:latin typeface="Segoe UI Emoji" panose="020B0502040204020203" pitchFamily="34" charset="0"/>
                <a:ea typeface="Segoe UI Emoji" panose="020B0502040204020203" pitchFamily="34" charset="0"/>
              </a:rPr>
              <a:t> </a:t>
            </a:r>
            <a:r>
              <a:rPr lang="en-US" sz="2000" dirty="0">
                <a:solidFill>
                  <a:schemeClr val="tx1">
                    <a:lumMod val="95000"/>
                    <a:lumOff val="5000"/>
                  </a:schemeClr>
                </a:solidFill>
                <a:latin typeface="Segoe UI Emoji" panose="020B0502040204020203" pitchFamily="34" charset="0"/>
                <a:ea typeface="Segoe UI Emoji" panose="020B0502040204020203" pitchFamily="34" charset="0"/>
              </a:rPr>
              <a:t>Monitor overall revenue and occupancy performance. </a:t>
            </a:r>
          </a:p>
          <a:p>
            <a:pPr marL="285750" indent="-285750" algn="just">
              <a:lnSpc>
                <a:spcPct val="150000"/>
              </a:lnSpc>
              <a:buFont typeface="Wingdings" panose="05000000000000000000" pitchFamily="2" charset="2"/>
              <a:buChar char="ü"/>
            </a:pPr>
            <a:r>
              <a:rPr lang="en-US" sz="2000" dirty="0">
                <a:solidFill>
                  <a:schemeClr val="tx1">
                    <a:lumMod val="95000"/>
                    <a:lumOff val="5000"/>
                  </a:schemeClr>
                </a:solidFill>
                <a:latin typeface="Segoe UI Emoji" panose="020B0502040204020203" pitchFamily="34" charset="0"/>
                <a:ea typeface="Segoe UI Emoji" panose="020B0502040204020203" pitchFamily="34" charset="0"/>
              </a:rPr>
              <a:t> Identify high‑performing and underperforming cities and hotels..</a:t>
            </a:r>
          </a:p>
          <a:p>
            <a:pPr marL="285750" indent="-285750" algn="just">
              <a:lnSpc>
                <a:spcPct val="150000"/>
              </a:lnSpc>
              <a:buFont typeface="Wingdings" panose="05000000000000000000" pitchFamily="2" charset="2"/>
              <a:buChar char="ü"/>
            </a:pPr>
            <a:r>
              <a:rPr lang="en-US" sz="2000" dirty="0">
                <a:solidFill>
                  <a:schemeClr val="tx1">
                    <a:lumMod val="95000"/>
                    <a:lumOff val="5000"/>
                  </a:schemeClr>
                </a:solidFill>
                <a:latin typeface="Segoe UI Emoji" panose="020B0502040204020203" pitchFamily="34" charset="0"/>
                <a:ea typeface="Segoe UI Emoji" panose="020B0502040204020203" pitchFamily="34" charset="0"/>
              </a:rPr>
              <a:t> Understand demand patterns and seasonality. </a:t>
            </a:r>
          </a:p>
          <a:p>
            <a:pPr marL="285750" indent="-285750" algn="just">
              <a:lnSpc>
                <a:spcPct val="150000"/>
              </a:lnSpc>
              <a:buFont typeface="Wingdings" panose="05000000000000000000" pitchFamily="2" charset="2"/>
              <a:buChar char="ü"/>
            </a:pPr>
            <a:r>
              <a:rPr lang="en-US" sz="2000" dirty="0">
                <a:solidFill>
                  <a:schemeClr val="tx1">
                    <a:lumMod val="95000"/>
                    <a:lumOff val="5000"/>
                  </a:schemeClr>
                </a:solidFill>
                <a:latin typeface="Segoe UI Emoji" panose="020B0502040204020203" pitchFamily="34" charset="0"/>
                <a:ea typeface="Segoe UI Emoji" panose="020B0502040204020203" pitchFamily="34" charset="0"/>
              </a:rPr>
              <a:t> Highlight business challenges and opportunities. </a:t>
            </a:r>
          </a:p>
          <a:p>
            <a:pPr marL="285750" indent="-285750" algn="l">
              <a:lnSpc>
                <a:spcPct val="150000"/>
              </a:lnSpc>
              <a:buFont typeface="Wingdings" panose="05000000000000000000" pitchFamily="2" charset="2"/>
              <a:buChar char="ü"/>
            </a:pPr>
            <a:r>
              <a:rPr lang="en-US" sz="2000" dirty="0">
                <a:solidFill>
                  <a:schemeClr val="tx1">
                    <a:lumMod val="95000"/>
                    <a:lumOff val="5000"/>
                  </a:schemeClr>
                </a:solidFill>
                <a:latin typeface="Segoe UI Emoji" panose="020B0502040204020203" pitchFamily="34" charset="0"/>
                <a:ea typeface="Segoe UI Emoji" panose="020B0502040204020203" pitchFamily="34" charset="0"/>
              </a:rPr>
              <a:t> Recommend data‑backed strategies to improve revenue, occupancy, and profitability.</a:t>
            </a:r>
          </a:p>
        </p:txBody>
      </p:sp>
    </p:spTree>
    <p:extLst>
      <p:ext uri="{BB962C8B-B14F-4D97-AF65-F5344CB8AC3E}">
        <p14:creationId xmlns:p14="http://schemas.microsoft.com/office/powerpoint/2010/main" val="531838819"/>
      </p:ext>
    </p:extLst>
  </p:cSld>
  <p:clrMapOvr>
    <a:masterClrMapping/>
  </p:clrMapOvr>
  <mc:AlternateContent xmlns:mc="http://schemas.openxmlformats.org/markup-compatibility/2006" xmlns:p15="http://schemas.microsoft.com/office/powerpoint/2012/main">
    <mc:Choice Requires="p15">
      <p:transition spd="med">
        <p15:prstTrans prst="peelOff" invX="1"/>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anim calcmode="lin" valueType="num">
                                      <p:cBhvr>
                                        <p:cTn id="8" dur="500" fill="hold"/>
                                        <p:tgtEl>
                                          <p:spTgt spid="2"/>
                                        </p:tgtEl>
                                        <p:attrNameLst>
                                          <p:attrName>ppt_x</p:attrName>
                                        </p:attrNameLst>
                                      </p:cBhvr>
                                      <p:tavLst>
                                        <p:tav tm="0">
                                          <p:val>
                                            <p:strVal val="#ppt_x"/>
                                          </p:val>
                                        </p:tav>
                                        <p:tav tm="100000">
                                          <p:val>
                                            <p:strVal val="#ppt_x"/>
                                          </p:val>
                                        </p:tav>
                                      </p:tavLst>
                                    </p:anim>
                                    <p:anim calcmode="lin" valueType="num">
                                      <p:cBhvr>
                                        <p:cTn id="9" dur="5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xEl>
                                              <p:pRg st="0" end="0"/>
                                            </p:txEl>
                                          </p:spTgt>
                                        </p:tgtEl>
                                        <p:attrNameLst>
                                          <p:attrName>style.visibility</p:attrName>
                                        </p:attrNameLst>
                                      </p:cBhvr>
                                      <p:to>
                                        <p:strVal val="visible"/>
                                      </p:to>
                                    </p:set>
                                    <p:animEffect transition="in" filter="fade">
                                      <p:cBhvr>
                                        <p:cTn id="14" dur="500"/>
                                        <p:tgtEl>
                                          <p:spTgt spid="4">
                                            <p:txEl>
                                              <p:pRg st="0" end="0"/>
                                            </p:txEl>
                                          </p:spTgt>
                                        </p:tgtEl>
                                      </p:cBhvr>
                                    </p:animEffect>
                                    <p:anim calcmode="lin" valueType="num">
                                      <p:cBhvr>
                                        <p:cTn id="15"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16" dur="5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4">
                                            <p:txEl>
                                              <p:pRg st="1" end="1"/>
                                            </p:txEl>
                                          </p:spTgt>
                                        </p:tgtEl>
                                        <p:attrNameLst>
                                          <p:attrName>style.visibility</p:attrName>
                                        </p:attrNameLst>
                                      </p:cBhvr>
                                      <p:to>
                                        <p:strVal val="visible"/>
                                      </p:to>
                                    </p:set>
                                    <p:animEffect transition="in" filter="fade">
                                      <p:cBhvr>
                                        <p:cTn id="21" dur="500"/>
                                        <p:tgtEl>
                                          <p:spTgt spid="4">
                                            <p:txEl>
                                              <p:pRg st="1" end="1"/>
                                            </p:txEl>
                                          </p:spTgt>
                                        </p:tgtEl>
                                      </p:cBhvr>
                                    </p:animEffect>
                                    <p:anim calcmode="lin" valueType="num">
                                      <p:cBhvr>
                                        <p:cTn id="22"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23" dur="500" fill="hold"/>
                                        <p:tgtEl>
                                          <p:spTgt spid="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4">
                                            <p:txEl>
                                              <p:pRg st="2" end="2"/>
                                            </p:txEl>
                                          </p:spTgt>
                                        </p:tgtEl>
                                        <p:attrNameLst>
                                          <p:attrName>style.visibility</p:attrName>
                                        </p:attrNameLst>
                                      </p:cBhvr>
                                      <p:to>
                                        <p:strVal val="visible"/>
                                      </p:to>
                                    </p:set>
                                    <p:animEffect transition="in" filter="fade">
                                      <p:cBhvr>
                                        <p:cTn id="28" dur="500"/>
                                        <p:tgtEl>
                                          <p:spTgt spid="4">
                                            <p:txEl>
                                              <p:pRg st="2" end="2"/>
                                            </p:txEl>
                                          </p:spTgt>
                                        </p:tgtEl>
                                      </p:cBhvr>
                                    </p:animEffect>
                                    <p:anim calcmode="lin" valueType="num">
                                      <p:cBhvr>
                                        <p:cTn id="29"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30" dur="5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4">
                                            <p:txEl>
                                              <p:pRg st="3" end="3"/>
                                            </p:txEl>
                                          </p:spTgt>
                                        </p:tgtEl>
                                        <p:attrNameLst>
                                          <p:attrName>style.visibility</p:attrName>
                                        </p:attrNameLst>
                                      </p:cBhvr>
                                      <p:to>
                                        <p:strVal val="visible"/>
                                      </p:to>
                                    </p:set>
                                    <p:animEffect transition="in" filter="fade">
                                      <p:cBhvr>
                                        <p:cTn id="35" dur="500"/>
                                        <p:tgtEl>
                                          <p:spTgt spid="4">
                                            <p:txEl>
                                              <p:pRg st="3" end="3"/>
                                            </p:txEl>
                                          </p:spTgt>
                                        </p:tgtEl>
                                      </p:cBhvr>
                                    </p:animEffect>
                                    <p:anim calcmode="lin" valueType="num">
                                      <p:cBhvr>
                                        <p:cTn id="36"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37" dur="500" fill="hold"/>
                                        <p:tgtEl>
                                          <p:spTgt spid="4">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4">
                                            <p:txEl>
                                              <p:pRg st="4" end="4"/>
                                            </p:txEl>
                                          </p:spTgt>
                                        </p:tgtEl>
                                        <p:attrNameLst>
                                          <p:attrName>style.visibility</p:attrName>
                                        </p:attrNameLst>
                                      </p:cBhvr>
                                      <p:to>
                                        <p:strVal val="visible"/>
                                      </p:to>
                                    </p:set>
                                    <p:animEffect transition="in" filter="fade">
                                      <p:cBhvr>
                                        <p:cTn id="42" dur="500"/>
                                        <p:tgtEl>
                                          <p:spTgt spid="4">
                                            <p:txEl>
                                              <p:pRg st="4" end="4"/>
                                            </p:txEl>
                                          </p:spTgt>
                                        </p:tgtEl>
                                      </p:cBhvr>
                                    </p:animEffect>
                                    <p:anim calcmode="lin" valueType="num">
                                      <p:cBhvr>
                                        <p:cTn id="43"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44" dur="500" fill="hold"/>
                                        <p:tgtEl>
                                          <p:spTgt spid="4">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4">
                                            <p:txEl>
                                              <p:pRg st="5" end="5"/>
                                            </p:txEl>
                                          </p:spTgt>
                                        </p:tgtEl>
                                        <p:attrNameLst>
                                          <p:attrName>style.visibility</p:attrName>
                                        </p:attrNameLst>
                                      </p:cBhvr>
                                      <p:to>
                                        <p:strVal val="visible"/>
                                      </p:to>
                                    </p:set>
                                    <p:animEffect transition="in" filter="fade">
                                      <p:cBhvr>
                                        <p:cTn id="49" dur="500"/>
                                        <p:tgtEl>
                                          <p:spTgt spid="4">
                                            <p:txEl>
                                              <p:pRg st="5" end="5"/>
                                            </p:txEl>
                                          </p:spTgt>
                                        </p:tgtEl>
                                      </p:cBhvr>
                                    </p:animEffect>
                                    <p:anim calcmode="lin" valueType="num">
                                      <p:cBhvr>
                                        <p:cTn id="50" dur="500" fill="hold"/>
                                        <p:tgtEl>
                                          <p:spTgt spid="4">
                                            <p:txEl>
                                              <p:pRg st="5" end="5"/>
                                            </p:txEl>
                                          </p:spTgt>
                                        </p:tgtEl>
                                        <p:attrNameLst>
                                          <p:attrName>ppt_x</p:attrName>
                                        </p:attrNameLst>
                                      </p:cBhvr>
                                      <p:tavLst>
                                        <p:tav tm="0">
                                          <p:val>
                                            <p:strVal val="#ppt_x"/>
                                          </p:val>
                                        </p:tav>
                                        <p:tav tm="100000">
                                          <p:val>
                                            <p:strVal val="#ppt_x"/>
                                          </p:val>
                                        </p:tav>
                                      </p:tavLst>
                                    </p:anim>
                                    <p:anim calcmode="lin" valueType="num">
                                      <p:cBhvr>
                                        <p:cTn id="51" dur="500" fill="hold"/>
                                        <p:tgtEl>
                                          <p:spTgt spid="4">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190F9F-9E6F-EBA7-E73E-C0BAD4DE1B2F}"/>
              </a:ext>
            </a:extLst>
          </p:cNvPr>
          <p:cNvSpPr>
            <a:spLocks noGrp="1"/>
          </p:cNvSpPr>
          <p:nvPr>
            <p:ph type="title"/>
          </p:nvPr>
        </p:nvSpPr>
        <p:spPr>
          <a:xfrm>
            <a:off x="1217706" y="1186070"/>
            <a:ext cx="8761413" cy="1097926"/>
          </a:xfrm>
        </p:spPr>
        <p:txBody>
          <a:bodyPr/>
          <a:lstStyle/>
          <a:p>
            <a:r>
              <a:rPr lang="en-US" dirty="0"/>
              <a:t>Dataset Overview</a:t>
            </a:r>
            <a:br>
              <a:rPr lang="en-US" dirty="0"/>
            </a:br>
            <a:endParaRPr lang="en-US" dirty="0"/>
          </a:p>
        </p:txBody>
      </p:sp>
      <p:sp>
        <p:nvSpPr>
          <p:cNvPr id="3" name="Slide Number Placeholder 2">
            <a:extLst>
              <a:ext uri="{FF2B5EF4-FFF2-40B4-BE49-F238E27FC236}">
                <a16:creationId xmlns:a16="http://schemas.microsoft.com/office/drawing/2014/main" id="{81268281-4F98-9496-061B-94D48AFD648E}"/>
              </a:ext>
            </a:extLst>
          </p:cNvPr>
          <p:cNvSpPr>
            <a:spLocks noGrp="1"/>
          </p:cNvSpPr>
          <p:nvPr>
            <p:ph type="sldNum" sz="quarter" idx="12"/>
          </p:nvPr>
        </p:nvSpPr>
        <p:spPr/>
        <p:txBody>
          <a:bodyPr/>
          <a:lstStyle/>
          <a:p>
            <a:fld id="{9FF96B15-8338-45D5-A943-561235072D66}" type="slidenum">
              <a:rPr lang="en-US" noProof="0" smtClean="0"/>
              <a:t>6</a:t>
            </a:fld>
            <a:endParaRPr lang="en-US" noProof="0" dirty="0"/>
          </a:p>
        </p:txBody>
      </p:sp>
      <p:sp>
        <p:nvSpPr>
          <p:cNvPr id="4" name="Text Placeholder 3">
            <a:extLst>
              <a:ext uri="{FF2B5EF4-FFF2-40B4-BE49-F238E27FC236}">
                <a16:creationId xmlns:a16="http://schemas.microsoft.com/office/drawing/2014/main" id="{57E635E1-3A03-5DE3-8A51-DFA8FCCDDE46}"/>
              </a:ext>
            </a:extLst>
          </p:cNvPr>
          <p:cNvSpPr>
            <a:spLocks noGrp="1"/>
          </p:cNvSpPr>
          <p:nvPr>
            <p:ph type="body" sz="quarter" idx="13"/>
          </p:nvPr>
        </p:nvSpPr>
        <p:spPr>
          <a:xfrm>
            <a:off x="1764150" y="2729380"/>
            <a:ext cx="8663700" cy="3477682"/>
          </a:xfrm>
        </p:spPr>
        <p:txBody>
          <a:bodyPr>
            <a:noAutofit/>
          </a:bodyPr>
          <a:lstStyle/>
          <a:p>
            <a:pPr algn="just">
              <a:lnSpc>
                <a:spcPct val="160000"/>
              </a:lnSpc>
            </a:pPr>
            <a:r>
              <a:rPr lang="en-US" sz="2000" b="1" dirty="0">
                <a:solidFill>
                  <a:schemeClr val="tx1">
                    <a:lumMod val="95000"/>
                    <a:lumOff val="5000"/>
                  </a:schemeClr>
                </a:solidFill>
                <a:latin typeface="Segoe UI Emoji" panose="020B0502040204020203" pitchFamily="34" charset="0"/>
                <a:ea typeface="Segoe UI Emoji" panose="020B0502040204020203" pitchFamily="34" charset="0"/>
              </a:rPr>
              <a:t>The dataset consists of historical hotel booking and revenue information, including:</a:t>
            </a:r>
          </a:p>
          <a:p>
            <a:pPr marL="342900" indent="-342900" algn="just">
              <a:lnSpc>
                <a:spcPct val="160000"/>
              </a:lnSpc>
              <a:buFont typeface="Wingdings" panose="05000000000000000000" pitchFamily="2" charset="2"/>
              <a:buChar char="ü"/>
            </a:pPr>
            <a:r>
              <a:rPr lang="en-US" sz="2000" dirty="0">
                <a:solidFill>
                  <a:schemeClr val="tx1">
                    <a:lumMod val="95000"/>
                    <a:lumOff val="5000"/>
                  </a:schemeClr>
                </a:solidFill>
                <a:latin typeface="Segoe UI Emoji" panose="020B0502040204020203" pitchFamily="34" charset="0"/>
                <a:ea typeface="Segoe UI Emoji" panose="020B0502040204020203" pitchFamily="34" charset="0"/>
              </a:rPr>
              <a:t>Booking dates and stay dates </a:t>
            </a:r>
          </a:p>
          <a:p>
            <a:pPr marL="342900" indent="-342900" algn="just">
              <a:lnSpc>
                <a:spcPct val="160000"/>
              </a:lnSpc>
              <a:buFont typeface="Wingdings" panose="05000000000000000000" pitchFamily="2" charset="2"/>
              <a:buChar char="ü"/>
            </a:pPr>
            <a:r>
              <a:rPr lang="en-US" sz="2000" dirty="0">
                <a:solidFill>
                  <a:schemeClr val="tx1">
                    <a:lumMod val="95000"/>
                    <a:lumOff val="5000"/>
                  </a:schemeClr>
                </a:solidFill>
                <a:latin typeface="Segoe UI Emoji" panose="020B0502040204020203" pitchFamily="34" charset="0"/>
                <a:ea typeface="Segoe UI Emoji" panose="020B0502040204020203" pitchFamily="34" charset="0"/>
              </a:rPr>
              <a:t>Hotel and city identifiers  </a:t>
            </a:r>
          </a:p>
          <a:p>
            <a:pPr marL="342900" indent="-342900" algn="just">
              <a:lnSpc>
                <a:spcPct val="160000"/>
              </a:lnSpc>
              <a:buFont typeface="Wingdings" panose="05000000000000000000" pitchFamily="2" charset="2"/>
              <a:buChar char="ü"/>
            </a:pPr>
            <a:r>
              <a:rPr lang="en-US" sz="2000" dirty="0">
                <a:solidFill>
                  <a:schemeClr val="tx1">
                    <a:lumMod val="95000"/>
                    <a:lumOff val="5000"/>
                  </a:schemeClr>
                </a:solidFill>
                <a:latin typeface="Segoe UI Emoji" panose="020B0502040204020203" pitchFamily="34" charset="0"/>
                <a:ea typeface="Segoe UI Emoji" panose="020B0502040204020203" pitchFamily="34" charset="0"/>
              </a:rPr>
              <a:t>Room occupancy details  </a:t>
            </a:r>
          </a:p>
          <a:p>
            <a:pPr marL="342900" indent="-342900" algn="just">
              <a:lnSpc>
                <a:spcPct val="160000"/>
              </a:lnSpc>
              <a:buFont typeface="Wingdings" panose="05000000000000000000" pitchFamily="2" charset="2"/>
              <a:buChar char="ü"/>
            </a:pPr>
            <a:r>
              <a:rPr lang="en-US" sz="2000" dirty="0">
                <a:solidFill>
                  <a:schemeClr val="tx1">
                    <a:lumMod val="95000"/>
                    <a:lumOff val="5000"/>
                  </a:schemeClr>
                </a:solidFill>
                <a:latin typeface="Segoe UI Emoji" panose="020B0502040204020203" pitchFamily="34" charset="0"/>
                <a:ea typeface="Segoe UI Emoji" panose="020B0502040204020203" pitchFamily="34" charset="0"/>
              </a:rPr>
              <a:t>Revenue and pricing metrics </a:t>
            </a:r>
          </a:p>
          <a:p>
            <a:pPr marL="342900" indent="-342900" algn="just">
              <a:lnSpc>
                <a:spcPct val="160000"/>
              </a:lnSpc>
              <a:buFont typeface="Wingdings" panose="05000000000000000000" pitchFamily="2" charset="2"/>
              <a:buChar char="ü"/>
            </a:pPr>
            <a:r>
              <a:rPr lang="en-US" sz="2000" dirty="0">
                <a:solidFill>
                  <a:schemeClr val="tx1">
                    <a:lumMod val="95000"/>
                    <a:lumOff val="5000"/>
                  </a:schemeClr>
                </a:solidFill>
                <a:latin typeface="Segoe UI Emoji" panose="020B0502040204020203" pitchFamily="34" charset="0"/>
                <a:ea typeface="Segoe UI Emoji" panose="020B0502040204020203" pitchFamily="34" charset="0"/>
              </a:rPr>
              <a:t>Booking status (checked‑out, cancelled, no‑show)</a:t>
            </a:r>
          </a:p>
        </p:txBody>
      </p:sp>
    </p:spTree>
    <p:extLst>
      <p:ext uri="{BB962C8B-B14F-4D97-AF65-F5344CB8AC3E}">
        <p14:creationId xmlns:p14="http://schemas.microsoft.com/office/powerpoint/2010/main" val="1428072732"/>
      </p:ext>
    </p:extLst>
  </p:cSld>
  <p:clrMapOvr>
    <a:masterClrMapping/>
  </p:clrMapOvr>
  <mc:AlternateContent xmlns:mc="http://schemas.openxmlformats.org/markup-compatibility/2006" xmlns:p15="http://schemas.microsoft.com/office/powerpoint/2012/main">
    <mc:Choice Requires="p15">
      <p:transition spd="med">
        <p15:prstTrans prst="peelOff" invX="1"/>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anim calcmode="lin" valueType="num">
                                      <p:cBhvr>
                                        <p:cTn id="8" dur="500" fill="hold"/>
                                        <p:tgtEl>
                                          <p:spTgt spid="2"/>
                                        </p:tgtEl>
                                        <p:attrNameLst>
                                          <p:attrName>ppt_x</p:attrName>
                                        </p:attrNameLst>
                                      </p:cBhvr>
                                      <p:tavLst>
                                        <p:tav tm="0">
                                          <p:val>
                                            <p:strVal val="#ppt_x"/>
                                          </p:val>
                                        </p:tav>
                                        <p:tav tm="100000">
                                          <p:val>
                                            <p:strVal val="#ppt_x"/>
                                          </p:val>
                                        </p:tav>
                                      </p:tavLst>
                                    </p:anim>
                                    <p:anim calcmode="lin" valueType="num">
                                      <p:cBhvr>
                                        <p:cTn id="9" dur="5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xEl>
                                              <p:pRg st="0" end="0"/>
                                            </p:txEl>
                                          </p:spTgt>
                                        </p:tgtEl>
                                        <p:attrNameLst>
                                          <p:attrName>style.visibility</p:attrName>
                                        </p:attrNameLst>
                                      </p:cBhvr>
                                      <p:to>
                                        <p:strVal val="visible"/>
                                      </p:to>
                                    </p:set>
                                    <p:animEffect transition="in" filter="fade">
                                      <p:cBhvr>
                                        <p:cTn id="14" dur="500"/>
                                        <p:tgtEl>
                                          <p:spTgt spid="4">
                                            <p:txEl>
                                              <p:pRg st="0" end="0"/>
                                            </p:txEl>
                                          </p:spTgt>
                                        </p:tgtEl>
                                      </p:cBhvr>
                                    </p:animEffect>
                                    <p:anim calcmode="lin" valueType="num">
                                      <p:cBhvr>
                                        <p:cTn id="15"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16" dur="5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4">
                                            <p:txEl>
                                              <p:pRg st="1" end="1"/>
                                            </p:txEl>
                                          </p:spTgt>
                                        </p:tgtEl>
                                        <p:attrNameLst>
                                          <p:attrName>style.visibility</p:attrName>
                                        </p:attrNameLst>
                                      </p:cBhvr>
                                      <p:to>
                                        <p:strVal val="visible"/>
                                      </p:to>
                                    </p:set>
                                    <p:animEffect transition="in" filter="fade">
                                      <p:cBhvr>
                                        <p:cTn id="21" dur="500"/>
                                        <p:tgtEl>
                                          <p:spTgt spid="4">
                                            <p:txEl>
                                              <p:pRg st="1" end="1"/>
                                            </p:txEl>
                                          </p:spTgt>
                                        </p:tgtEl>
                                      </p:cBhvr>
                                    </p:animEffect>
                                    <p:anim calcmode="lin" valueType="num">
                                      <p:cBhvr>
                                        <p:cTn id="22"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23" dur="500" fill="hold"/>
                                        <p:tgtEl>
                                          <p:spTgt spid="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4">
                                            <p:txEl>
                                              <p:pRg st="2" end="2"/>
                                            </p:txEl>
                                          </p:spTgt>
                                        </p:tgtEl>
                                        <p:attrNameLst>
                                          <p:attrName>style.visibility</p:attrName>
                                        </p:attrNameLst>
                                      </p:cBhvr>
                                      <p:to>
                                        <p:strVal val="visible"/>
                                      </p:to>
                                    </p:set>
                                    <p:animEffect transition="in" filter="fade">
                                      <p:cBhvr>
                                        <p:cTn id="28" dur="500"/>
                                        <p:tgtEl>
                                          <p:spTgt spid="4">
                                            <p:txEl>
                                              <p:pRg st="2" end="2"/>
                                            </p:txEl>
                                          </p:spTgt>
                                        </p:tgtEl>
                                      </p:cBhvr>
                                    </p:animEffect>
                                    <p:anim calcmode="lin" valueType="num">
                                      <p:cBhvr>
                                        <p:cTn id="29"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30" dur="5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4">
                                            <p:txEl>
                                              <p:pRg st="3" end="3"/>
                                            </p:txEl>
                                          </p:spTgt>
                                        </p:tgtEl>
                                        <p:attrNameLst>
                                          <p:attrName>style.visibility</p:attrName>
                                        </p:attrNameLst>
                                      </p:cBhvr>
                                      <p:to>
                                        <p:strVal val="visible"/>
                                      </p:to>
                                    </p:set>
                                    <p:animEffect transition="in" filter="fade">
                                      <p:cBhvr>
                                        <p:cTn id="35" dur="500"/>
                                        <p:tgtEl>
                                          <p:spTgt spid="4">
                                            <p:txEl>
                                              <p:pRg st="3" end="3"/>
                                            </p:txEl>
                                          </p:spTgt>
                                        </p:tgtEl>
                                      </p:cBhvr>
                                    </p:animEffect>
                                    <p:anim calcmode="lin" valueType="num">
                                      <p:cBhvr>
                                        <p:cTn id="36"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37" dur="500" fill="hold"/>
                                        <p:tgtEl>
                                          <p:spTgt spid="4">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4">
                                            <p:txEl>
                                              <p:pRg st="4" end="4"/>
                                            </p:txEl>
                                          </p:spTgt>
                                        </p:tgtEl>
                                        <p:attrNameLst>
                                          <p:attrName>style.visibility</p:attrName>
                                        </p:attrNameLst>
                                      </p:cBhvr>
                                      <p:to>
                                        <p:strVal val="visible"/>
                                      </p:to>
                                    </p:set>
                                    <p:animEffect transition="in" filter="fade">
                                      <p:cBhvr>
                                        <p:cTn id="42" dur="500"/>
                                        <p:tgtEl>
                                          <p:spTgt spid="4">
                                            <p:txEl>
                                              <p:pRg st="4" end="4"/>
                                            </p:txEl>
                                          </p:spTgt>
                                        </p:tgtEl>
                                      </p:cBhvr>
                                    </p:animEffect>
                                    <p:anim calcmode="lin" valueType="num">
                                      <p:cBhvr>
                                        <p:cTn id="43"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44" dur="500" fill="hold"/>
                                        <p:tgtEl>
                                          <p:spTgt spid="4">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4">
                                            <p:txEl>
                                              <p:pRg st="5" end="5"/>
                                            </p:txEl>
                                          </p:spTgt>
                                        </p:tgtEl>
                                        <p:attrNameLst>
                                          <p:attrName>style.visibility</p:attrName>
                                        </p:attrNameLst>
                                      </p:cBhvr>
                                      <p:to>
                                        <p:strVal val="visible"/>
                                      </p:to>
                                    </p:set>
                                    <p:animEffect transition="in" filter="fade">
                                      <p:cBhvr>
                                        <p:cTn id="49" dur="500"/>
                                        <p:tgtEl>
                                          <p:spTgt spid="4">
                                            <p:txEl>
                                              <p:pRg st="5" end="5"/>
                                            </p:txEl>
                                          </p:spTgt>
                                        </p:tgtEl>
                                      </p:cBhvr>
                                    </p:animEffect>
                                    <p:anim calcmode="lin" valueType="num">
                                      <p:cBhvr>
                                        <p:cTn id="50" dur="500" fill="hold"/>
                                        <p:tgtEl>
                                          <p:spTgt spid="4">
                                            <p:txEl>
                                              <p:pRg st="5" end="5"/>
                                            </p:txEl>
                                          </p:spTgt>
                                        </p:tgtEl>
                                        <p:attrNameLst>
                                          <p:attrName>ppt_x</p:attrName>
                                        </p:attrNameLst>
                                      </p:cBhvr>
                                      <p:tavLst>
                                        <p:tav tm="0">
                                          <p:val>
                                            <p:strVal val="#ppt_x"/>
                                          </p:val>
                                        </p:tav>
                                        <p:tav tm="100000">
                                          <p:val>
                                            <p:strVal val="#ppt_x"/>
                                          </p:val>
                                        </p:tav>
                                      </p:tavLst>
                                    </p:anim>
                                    <p:anim calcmode="lin" valueType="num">
                                      <p:cBhvr>
                                        <p:cTn id="51" dur="500" fill="hold"/>
                                        <p:tgtEl>
                                          <p:spTgt spid="4">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01F4EA-DD9E-63BA-8C97-38526D9FB578}"/>
              </a:ext>
            </a:extLst>
          </p:cNvPr>
          <p:cNvSpPr>
            <a:spLocks noGrp="1"/>
          </p:cNvSpPr>
          <p:nvPr>
            <p:ph type="title"/>
          </p:nvPr>
        </p:nvSpPr>
        <p:spPr>
          <a:xfrm>
            <a:off x="1217706" y="1208482"/>
            <a:ext cx="8761413" cy="1053103"/>
          </a:xfrm>
        </p:spPr>
        <p:txBody>
          <a:bodyPr/>
          <a:lstStyle/>
          <a:p>
            <a:r>
              <a:rPr lang="en-US" dirty="0"/>
              <a:t>Tools Used</a:t>
            </a:r>
            <a:br>
              <a:rPr lang="en-US" dirty="0"/>
            </a:br>
            <a:endParaRPr lang="en-US" dirty="0"/>
          </a:p>
        </p:txBody>
      </p:sp>
      <p:sp>
        <p:nvSpPr>
          <p:cNvPr id="3" name="Slide Number Placeholder 2">
            <a:extLst>
              <a:ext uri="{FF2B5EF4-FFF2-40B4-BE49-F238E27FC236}">
                <a16:creationId xmlns:a16="http://schemas.microsoft.com/office/drawing/2014/main" id="{D9413116-F8DD-71A6-747D-C337C77E9DB5}"/>
              </a:ext>
            </a:extLst>
          </p:cNvPr>
          <p:cNvSpPr>
            <a:spLocks noGrp="1"/>
          </p:cNvSpPr>
          <p:nvPr>
            <p:ph type="sldNum" sz="quarter" idx="12"/>
          </p:nvPr>
        </p:nvSpPr>
        <p:spPr/>
        <p:txBody>
          <a:bodyPr/>
          <a:lstStyle/>
          <a:p>
            <a:fld id="{9FF96B15-8338-45D5-A943-561235072D66}" type="slidenum">
              <a:rPr lang="en-US" noProof="0" smtClean="0"/>
              <a:t>7</a:t>
            </a:fld>
            <a:endParaRPr lang="en-US" noProof="0" dirty="0"/>
          </a:p>
        </p:txBody>
      </p:sp>
      <p:sp>
        <p:nvSpPr>
          <p:cNvPr id="4" name="Text Placeholder 3">
            <a:extLst>
              <a:ext uri="{FF2B5EF4-FFF2-40B4-BE49-F238E27FC236}">
                <a16:creationId xmlns:a16="http://schemas.microsoft.com/office/drawing/2014/main" id="{48E49605-7E5D-6D44-2E71-0299DAFEAC1C}"/>
              </a:ext>
            </a:extLst>
          </p:cNvPr>
          <p:cNvSpPr>
            <a:spLocks noGrp="1"/>
          </p:cNvSpPr>
          <p:nvPr>
            <p:ph type="body" sz="quarter" idx="13"/>
          </p:nvPr>
        </p:nvSpPr>
        <p:spPr>
          <a:xfrm>
            <a:off x="1764150" y="2756273"/>
            <a:ext cx="8663700" cy="3477682"/>
          </a:xfrm>
        </p:spPr>
        <p:txBody>
          <a:bodyPr>
            <a:normAutofit/>
          </a:bodyPr>
          <a:lstStyle/>
          <a:p>
            <a:pPr marL="342900" indent="-342900" algn="just">
              <a:lnSpc>
                <a:spcPct val="150000"/>
              </a:lnSpc>
              <a:buFont typeface="Wingdings" panose="05000000000000000000" pitchFamily="2" charset="2"/>
              <a:buChar char="ü"/>
            </a:pPr>
            <a:r>
              <a:rPr lang="en-US" sz="2000" b="1" dirty="0">
                <a:solidFill>
                  <a:schemeClr val="tx1">
                    <a:lumMod val="95000"/>
                    <a:lumOff val="5000"/>
                  </a:schemeClr>
                </a:solidFill>
                <a:latin typeface="Segoe UI Emoji" panose="020B0502040204020203" pitchFamily="34" charset="0"/>
                <a:ea typeface="Segoe UI Emoji" panose="020B0502040204020203" pitchFamily="34" charset="0"/>
              </a:rPr>
              <a:t>Microsoft Excel </a:t>
            </a:r>
            <a:r>
              <a:rPr lang="en-US" sz="2000" dirty="0">
                <a:solidFill>
                  <a:schemeClr val="tx1">
                    <a:lumMod val="95000"/>
                    <a:lumOff val="5000"/>
                  </a:schemeClr>
                </a:solidFill>
                <a:latin typeface="Segoe UI Emoji" panose="020B0502040204020203" pitchFamily="34" charset="0"/>
                <a:ea typeface="Segoe UI Emoji" panose="020B0502040204020203" pitchFamily="34" charset="0"/>
              </a:rPr>
              <a:t>– Initial data validation and structure review</a:t>
            </a:r>
          </a:p>
          <a:p>
            <a:pPr marL="342900" indent="-342900" algn="just">
              <a:lnSpc>
                <a:spcPct val="150000"/>
              </a:lnSpc>
              <a:buFont typeface="Wingdings" panose="05000000000000000000" pitchFamily="2" charset="2"/>
              <a:buChar char="ü"/>
            </a:pPr>
            <a:r>
              <a:rPr lang="en-US" sz="2000" b="1" dirty="0">
                <a:solidFill>
                  <a:schemeClr val="tx1">
                    <a:lumMod val="95000"/>
                    <a:lumOff val="5000"/>
                  </a:schemeClr>
                </a:solidFill>
                <a:latin typeface="Segoe UI Emoji" panose="020B0502040204020203" pitchFamily="34" charset="0"/>
                <a:ea typeface="Segoe UI Emoji" panose="020B0502040204020203" pitchFamily="34" charset="0"/>
              </a:rPr>
              <a:t>Tableau, Power BI</a:t>
            </a:r>
            <a:r>
              <a:rPr lang="en-US" sz="2000" dirty="0">
                <a:solidFill>
                  <a:schemeClr val="tx1">
                    <a:lumMod val="95000"/>
                    <a:lumOff val="5000"/>
                  </a:schemeClr>
                </a:solidFill>
                <a:latin typeface="Segoe UI Emoji" panose="020B0502040204020203" pitchFamily="34" charset="0"/>
                <a:ea typeface="Segoe UI Emoji" panose="020B0502040204020203" pitchFamily="34" charset="0"/>
              </a:rPr>
              <a:t> – Data modeling, DAX calculations or Calculated Field,            and interactive dashboard creation</a:t>
            </a:r>
          </a:p>
          <a:p>
            <a:pPr marL="342900" indent="-342900" algn="just">
              <a:lnSpc>
                <a:spcPct val="150000"/>
              </a:lnSpc>
              <a:buFont typeface="Wingdings" panose="05000000000000000000" pitchFamily="2" charset="2"/>
              <a:buChar char="ü"/>
            </a:pPr>
            <a:r>
              <a:rPr lang="en-US" sz="2000" b="1" dirty="0">
                <a:solidFill>
                  <a:schemeClr val="tx1">
                    <a:lumMod val="95000"/>
                    <a:lumOff val="5000"/>
                  </a:schemeClr>
                </a:solidFill>
                <a:latin typeface="Segoe UI Emoji" panose="020B0502040204020203" pitchFamily="34" charset="0"/>
                <a:ea typeface="Segoe UI Emoji" panose="020B0502040204020203" pitchFamily="34" charset="0"/>
              </a:rPr>
              <a:t>My SQL </a:t>
            </a:r>
            <a:r>
              <a:rPr lang="en-US" sz="2000" dirty="0">
                <a:solidFill>
                  <a:schemeClr val="tx1">
                    <a:lumMod val="95000"/>
                    <a:lumOff val="5000"/>
                  </a:schemeClr>
                </a:solidFill>
                <a:latin typeface="Segoe UI Emoji" panose="020B0502040204020203" pitchFamily="34" charset="0"/>
                <a:ea typeface="Segoe UI Emoji" panose="020B0502040204020203" pitchFamily="34" charset="0"/>
              </a:rPr>
              <a:t>– KPI extraction and aggregation logic</a:t>
            </a:r>
          </a:p>
          <a:p>
            <a:pPr marL="342900" indent="-342900" algn="just">
              <a:lnSpc>
                <a:spcPct val="150000"/>
              </a:lnSpc>
              <a:buFont typeface="Wingdings" panose="05000000000000000000" pitchFamily="2" charset="2"/>
              <a:buChar char="ü"/>
            </a:pPr>
            <a:r>
              <a:rPr lang="en-US" sz="2000" b="1" dirty="0">
                <a:solidFill>
                  <a:schemeClr val="tx1">
                    <a:lumMod val="95000"/>
                    <a:lumOff val="5000"/>
                  </a:schemeClr>
                </a:solidFill>
                <a:latin typeface="Segoe UI Emoji" panose="020B0502040204020203" pitchFamily="34" charset="0"/>
                <a:ea typeface="Segoe UI Emoji" panose="020B0502040204020203" pitchFamily="34" charset="0"/>
              </a:rPr>
              <a:t>Microsoft PowerPoint </a:t>
            </a:r>
            <a:r>
              <a:rPr lang="en-US" sz="2000" dirty="0">
                <a:solidFill>
                  <a:schemeClr val="tx1">
                    <a:lumMod val="95000"/>
                    <a:lumOff val="5000"/>
                  </a:schemeClr>
                </a:solidFill>
                <a:latin typeface="Segoe UI Emoji" panose="020B0502040204020203" pitchFamily="34" charset="0"/>
                <a:ea typeface="Segoe UI Emoji" panose="020B0502040204020203" pitchFamily="34" charset="0"/>
              </a:rPr>
              <a:t>– Business storytelling and executive presentation</a:t>
            </a:r>
          </a:p>
          <a:p>
            <a:pPr algn="just">
              <a:lnSpc>
                <a:spcPct val="150000"/>
              </a:lnSpc>
            </a:pPr>
            <a:endParaRPr lang="en-US" sz="2000" dirty="0">
              <a:solidFill>
                <a:schemeClr val="tx1">
                  <a:lumMod val="95000"/>
                  <a:lumOff val="5000"/>
                </a:schemeClr>
              </a:solidFill>
              <a:latin typeface="Segoe UI Emoji" panose="020B0502040204020203" pitchFamily="34" charset="0"/>
              <a:ea typeface="Segoe UI Emoji" panose="020B0502040204020203" pitchFamily="34" charset="0"/>
            </a:endParaRPr>
          </a:p>
        </p:txBody>
      </p:sp>
    </p:spTree>
    <p:extLst>
      <p:ext uri="{BB962C8B-B14F-4D97-AF65-F5344CB8AC3E}">
        <p14:creationId xmlns:p14="http://schemas.microsoft.com/office/powerpoint/2010/main" val="1696040975"/>
      </p:ext>
    </p:extLst>
  </p:cSld>
  <p:clrMapOvr>
    <a:masterClrMapping/>
  </p:clrMapOvr>
  <mc:AlternateContent xmlns:mc="http://schemas.openxmlformats.org/markup-compatibility/2006" xmlns:p15="http://schemas.microsoft.com/office/powerpoint/2012/main">
    <mc:Choice Requires="p15">
      <p:transition spd="med">
        <p15:prstTrans prst="peelOff" invX="1"/>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anim calcmode="lin" valueType="num">
                                      <p:cBhvr>
                                        <p:cTn id="8" dur="500" fill="hold"/>
                                        <p:tgtEl>
                                          <p:spTgt spid="2"/>
                                        </p:tgtEl>
                                        <p:attrNameLst>
                                          <p:attrName>ppt_x</p:attrName>
                                        </p:attrNameLst>
                                      </p:cBhvr>
                                      <p:tavLst>
                                        <p:tav tm="0">
                                          <p:val>
                                            <p:strVal val="#ppt_x"/>
                                          </p:val>
                                        </p:tav>
                                        <p:tav tm="100000">
                                          <p:val>
                                            <p:strVal val="#ppt_x"/>
                                          </p:val>
                                        </p:tav>
                                      </p:tavLst>
                                    </p:anim>
                                    <p:anim calcmode="lin" valueType="num">
                                      <p:cBhvr>
                                        <p:cTn id="9" dur="5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xEl>
                                              <p:pRg st="0" end="0"/>
                                            </p:txEl>
                                          </p:spTgt>
                                        </p:tgtEl>
                                        <p:attrNameLst>
                                          <p:attrName>style.visibility</p:attrName>
                                        </p:attrNameLst>
                                      </p:cBhvr>
                                      <p:to>
                                        <p:strVal val="visible"/>
                                      </p:to>
                                    </p:set>
                                    <p:animEffect transition="in" filter="fade">
                                      <p:cBhvr>
                                        <p:cTn id="14" dur="500"/>
                                        <p:tgtEl>
                                          <p:spTgt spid="4">
                                            <p:txEl>
                                              <p:pRg st="0" end="0"/>
                                            </p:txEl>
                                          </p:spTgt>
                                        </p:tgtEl>
                                      </p:cBhvr>
                                    </p:animEffect>
                                    <p:anim calcmode="lin" valueType="num">
                                      <p:cBhvr>
                                        <p:cTn id="15"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16" dur="5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4">
                                            <p:txEl>
                                              <p:pRg st="1" end="1"/>
                                            </p:txEl>
                                          </p:spTgt>
                                        </p:tgtEl>
                                        <p:attrNameLst>
                                          <p:attrName>style.visibility</p:attrName>
                                        </p:attrNameLst>
                                      </p:cBhvr>
                                      <p:to>
                                        <p:strVal val="visible"/>
                                      </p:to>
                                    </p:set>
                                    <p:animEffect transition="in" filter="fade">
                                      <p:cBhvr>
                                        <p:cTn id="21" dur="500"/>
                                        <p:tgtEl>
                                          <p:spTgt spid="4">
                                            <p:txEl>
                                              <p:pRg st="1" end="1"/>
                                            </p:txEl>
                                          </p:spTgt>
                                        </p:tgtEl>
                                      </p:cBhvr>
                                    </p:animEffect>
                                    <p:anim calcmode="lin" valueType="num">
                                      <p:cBhvr>
                                        <p:cTn id="22"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23" dur="500" fill="hold"/>
                                        <p:tgtEl>
                                          <p:spTgt spid="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4">
                                            <p:txEl>
                                              <p:pRg st="2" end="2"/>
                                            </p:txEl>
                                          </p:spTgt>
                                        </p:tgtEl>
                                        <p:attrNameLst>
                                          <p:attrName>style.visibility</p:attrName>
                                        </p:attrNameLst>
                                      </p:cBhvr>
                                      <p:to>
                                        <p:strVal val="visible"/>
                                      </p:to>
                                    </p:set>
                                    <p:animEffect transition="in" filter="fade">
                                      <p:cBhvr>
                                        <p:cTn id="28" dur="500"/>
                                        <p:tgtEl>
                                          <p:spTgt spid="4">
                                            <p:txEl>
                                              <p:pRg st="2" end="2"/>
                                            </p:txEl>
                                          </p:spTgt>
                                        </p:tgtEl>
                                      </p:cBhvr>
                                    </p:animEffect>
                                    <p:anim calcmode="lin" valueType="num">
                                      <p:cBhvr>
                                        <p:cTn id="29"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30" dur="5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4">
                                            <p:txEl>
                                              <p:pRg st="3" end="3"/>
                                            </p:txEl>
                                          </p:spTgt>
                                        </p:tgtEl>
                                        <p:attrNameLst>
                                          <p:attrName>style.visibility</p:attrName>
                                        </p:attrNameLst>
                                      </p:cBhvr>
                                      <p:to>
                                        <p:strVal val="visible"/>
                                      </p:to>
                                    </p:set>
                                    <p:animEffect transition="in" filter="fade">
                                      <p:cBhvr>
                                        <p:cTn id="35" dur="500"/>
                                        <p:tgtEl>
                                          <p:spTgt spid="4">
                                            <p:txEl>
                                              <p:pRg st="3" end="3"/>
                                            </p:txEl>
                                          </p:spTgt>
                                        </p:tgtEl>
                                      </p:cBhvr>
                                    </p:animEffect>
                                    <p:anim calcmode="lin" valueType="num">
                                      <p:cBhvr>
                                        <p:cTn id="36"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37" dur="500" fill="hold"/>
                                        <p:tgtEl>
                                          <p:spTgt spid="4">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ED76FC-AB58-D077-60CA-F2BC532D2D1C}"/>
              </a:ext>
            </a:extLst>
          </p:cNvPr>
          <p:cNvSpPr>
            <a:spLocks noGrp="1"/>
          </p:cNvSpPr>
          <p:nvPr>
            <p:ph type="title"/>
          </p:nvPr>
        </p:nvSpPr>
        <p:spPr>
          <a:xfrm>
            <a:off x="1172883" y="1208482"/>
            <a:ext cx="8761413" cy="1053103"/>
          </a:xfrm>
        </p:spPr>
        <p:txBody>
          <a:bodyPr/>
          <a:lstStyle/>
          <a:p>
            <a:r>
              <a:rPr lang="en-US" dirty="0"/>
              <a:t>KPIs Defined</a:t>
            </a:r>
            <a:br>
              <a:rPr lang="en-US" dirty="0"/>
            </a:br>
            <a:endParaRPr lang="en-US" dirty="0"/>
          </a:p>
        </p:txBody>
      </p:sp>
      <p:sp>
        <p:nvSpPr>
          <p:cNvPr id="3" name="Slide Number Placeholder 2">
            <a:extLst>
              <a:ext uri="{FF2B5EF4-FFF2-40B4-BE49-F238E27FC236}">
                <a16:creationId xmlns:a16="http://schemas.microsoft.com/office/drawing/2014/main" id="{55D8DD97-7600-C892-F126-7401BF4290C7}"/>
              </a:ext>
            </a:extLst>
          </p:cNvPr>
          <p:cNvSpPr>
            <a:spLocks noGrp="1"/>
          </p:cNvSpPr>
          <p:nvPr>
            <p:ph type="sldNum" sz="quarter" idx="12"/>
          </p:nvPr>
        </p:nvSpPr>
        <p:spPr/>
        <p:txBody>
          <a:bodyPr/>
          <a:lstStyle/>
          <a:p>
            <a:fld id="{9FF96B15-8338-45D5-A943-561235072D66}" type="slidenum">
              <a:rPr lang="en-US" noProof="0" smtClean="0"/>
              <a:t>8</a:t>
            </a:fld>
            <a:endParaRPr lang="en-US" noProof="0" dirty="0"/>
          </a:p>
        </p:txBody>
      </p:sp>
      <p:sp>
        <p:nvSpPr>
          <p:cNvPr id="4" name="Text Placeholder 3">
            <a:extLst>
              <a:ext uri="{FF2B5EF4-FFF2-40B4-BE49-F238E27FC236}">
                <a16:creationId xmlns:a16="http://schemas.microsoft.com/office/drawing/2014/main" id="{5051D222-3DAE-2EAD-43E8-DCF423CD1652}"/>
              </a:ext>
            </a:extLst>
          </p:cNvPr>
          <p:cNvSpPr>
            <a:spLocks noGrp="1"/>
          </p:cNvSpPr>
          <p:nvPr>
            <p:ph type="body" sz="quarter" idx="13"/>
          </p:nvPr>
        </p:nvSpPr>
        <p:spPr>
          <a:xfrm>
            <a:off x="1688840" y="2626658"/>
            <a:ext cx="8663700" cy="3720353"/>
          </a:xfrm>
        </p:spPr>
        <p:txBody>
          <a:bodyPr>
            <a:noAutofit/>
          </a:bodyPr>
          <a:lstStyle/>
          <a:p>
            <a:pPr algn="just">
              <a:lnSpc>
                <a:spcPct val="150000"/>
              </a:lnSpc>
            </a:pPr>
            <a:r>
              <a:rPr lang="en-US" sz="2000" b="1" dirty="0">
                <a:solidFill>
                  <a:schemeClr val="tx1">
                    <a:lumMod val="95000"/>
                    <a:lumOff val="5000"/>
                  </a:schemeClr>
                </a:solidFill>
                <a:latin typeface="Segoe UI Emoji" panose="020B0502040204020203" pitchFamily="34" charset="0"/>
                <a:ea typeface="Segoe UI Emoji" panose="020B0502040204020203" pitchFamily="34" charset="0"/>
              </a:rPr>
              <a:t>The following key performance indicators were defined to measure business performance:</a:t>
            </a:r>
          </a:p>
          <a:p>
            <a:pPr marL="342900" indent="-342900" algn="just">
              <a:lnSpc>
                <a:spcPct val="150000"/>
              </a:lnSpc>
              <a:buFont typeface="Wingdings" panose="05000000000000000000" pitchFamily="2" charset="2"/>
              <a:buChar char="ü"/>
            </a:pPr>
            <a:r>
              <a:rPr lang="en-US" sz="2000" dirty="0">
                <a:solidFill>
                  <a:schemeClr val="tx1">
                    <a:lumMod val="95000"/>
                    <a:lumOff val="5000"/>
                  </a:schemeClr>
                </a:solidFill>
                <a:latin typeface="Segoe UI Emoji" panose="020B0502040204020203" pitchFamily="34" charset="0"/>
                <a:ea typeface="Segoe UI Emoji" panose="020B0502040204020203" pitchFamily="34" charset="0"/>
              </a:rPr>
              <a:t>Total Revenue </a:t>
            </a:r>
            <a:r>
              <a:rPr lang="en-US" sz="2000" b="1" dirty="0">
                <a:solidFill>
                  <a:schemeClr val="tx1">
                    <a:lumMod val="95000"/>
                    <a:lumOff val="5000"/>
                  </a:schemeClr>
                </a:solidFill>
                <a:latin typeface="Segoe UI Emoji" panose="020B0502040204020203" pitchFamily="34" charset="0"/>
                <a:ea typeface="Segoe UI Emoji" panose="020B0502040204020203" pitchFamily="34" charset="0"/>
              </a:rPr>
              <a:t>(2bn)</a:t>
            </a:r>
          </a:p>
          <a:p>
            <a:pPr marL="342900" indent="-342900" algn="just">
              <a:lnSpc>
                <a:spcPct val="150000"/>
              </a:lnSpc>
              <a:buFont typeface="Wingdings" panose="05000000000000000000" pitchFamily="2" charset="2"/>
              <a:buChar char="ü"/>
            </a:pPr>
            <a:r>
              <a:rPr lang="en-US" sz="2000" dirty="0">
                <a:solidFill>
                  <a:schemeClr val="tx1">
                    <a:lumMod val="95000"/>
                    <a:lumOff val="5000"/>
                  </a:schemeClr>
                </a:solidFill>
                <a:latin typeface="Segoe UI Emoji" panose="020B0502040204020203" pitchFamily="34" charset="0"/>
                <a:ea typeface="Segoe UI Emoji" panose="020B0502040204020203" pitchFamily="34" charset="0"/>
              </a:rPr>
              <a:t>Total Bookings </a:t>
            </a:r>
            <a:r>
              <a:rPr lang="en-US" sz="2000" b="1" dirty="0">
                <a:solidFill>
                  <a:schemeClr val="tx1">
                    <a:lumMod val="95000"/>
                    <a:lumOff val="5000"/>
                  </a:schemeClr>
                </a:solidFill>
                <a:latin typeface="Segoe UI Emoji" panose="020B0502040204020203" pitchFamily="34" charset="0"/>
                <a:ea typeface="Segoe UI Emoji" panose="020B0502040204020203" pitchFamily="34" charset="0"/>
              </a:rPr>
              <a:t>(135K)</a:t>
            </a:r>
          </a:p>
          <a:p>
            <a:pPr marL="342900" indent="-342900" algn="just">
              <a:lnSpc>
                <a:spcPct val="150000"/>
              </a:lnSpc>
              <a:buFont typeface="Wingdings" panose="05000000000000000000" pitchFamily="2" charset="2"/>
              <a:buChar char="ü"/>
            </a:pPr>
            <a:r>
              <a:rPr lang="en-US" sz="2000" dirty="0">
                <a:solidFill>
                  <a:schemeClr val="tx1">
                    <a:lumMod val="95000"/>
                    <a:lumOff val="5000"/>
                  </a:schemeClr>
                </a:solidFill>
                <a:latin typeface="Segoe UI Emoji" panose="020B0502040204020203" pitchFamily="34" charset="0"/>
                <a:ea typeface="Segoe UI Emoji" panose="020B0502040204020203" pitchFamily="34" charset="0"/>
              </a:rPr>
              <a:t>Occupancy Rate </a:t>
            </a:r>
            <a:r>
              <a:rPr lang="en-US" sz="2000" b="1" dirty="0">
                <a:solidFill>
                  <a:schemeClr val="tx1">
                    <a:lumMod val="95000"/>
                    <a:lumOff val="5000"/>
                  </a:schemeClr>
                </a:solidFill>
                <a:latin typeface="Segoe UI Emoji" panose="020B0502040204020203" pitchFamily="34" charset="0"/>
                <a:ea typeface="Segoe UI Emoji" panose="020B0502040204020203" pitchFamily="34" charset="0"/>
              </a:rPr>
              <a:t>(57.87%)</a:t>
            </a:r>
          </a:p>
          <a:p>
            <a:pPr marL="342900" indent="-342900" algn="just">
              <a:lnSpc>
                <a:spcPct val="150000"/>
              </a:lnSpc>
              <a:buFont typeface="Wingdings" panose="05000000000000000000" pitchFamily="2" charset="2"/>
              <a:buChar char="ü"/>
            </a:pPr>
            <a:r>
              <a:rPr lang="en-US" sz="2000" dirty="0">
                <a:solidFill>
                  <a:schemeClr val="tx1">
                    <a:lumMod val="95000"/>
                    <a:lumOff val="5000"/>
                  </a:schemeClr>
                </a:solidFill>
                <a:latin typeface="Segoe UI Emoji" panose="020B0502040204020203" pitchFamily="34" charset="0"/>
                <a:ea typeface="Segoe UI Emoji" panose="020B0502040204020203" pitchFamily="34" charset="0"/>
              </a:rPr>
              <a:t>Cancellation Rate</a:t>
            </a:r>
            <a:r>
              <a:rPr lang="en-US" sz="2000" b="1" dirty="0">
                <a:solidFill>
                  <a:schemeClr val="tx1">
                    <a:lumMod val="95000"/>
                    <a:lumOff val="5000"/>
                  </a:schemeClr>
                </a:solidFill>
                <a:latin typeface="Segoe UI Emoji" panose="020B0502040204020203" pitchFamily="34" charset="0"/>
                <a:ea typeface="Segoe UI Emoji" panose="020B0502040204020203" pitchFamily="34" charset="0"/>
              </a:rPr>
              <a:t>(24.83%)</a:t>
            </a:r>
          </a:p>
          <a:p>
            <a:pPr marL="342900" indent="-342900" algn="just">
              <a:lnSpc>
                <a:spcPct val="150000"/>
              </a:lnSpc>
              <a:buFont typeface="Wingdings" panose="05000000000000000000" pitchFamily="2" charset="2"/>
              <a:buChar char="ü"/>
            </a:pPr>
            <a:r>
              <a:rPr lang="en-US" sz="2000" dirty="0">
                <a:solidFill>
                  <a:schemeClr val="tx1">
                    <a:lumMod val="95000"/>
                    <a:lumOff val="5000"/>
                  </a:schemeClr>
                </a:solidFill>
                <a:latin typeface="Segoe UI Emoji" panose="020B0502040204020203" pitchFamily="34" charset="0"/>
                <a:ea typeface="Segoe UI Emoji" panose="020B0502040204020203" pitchFamily="34" charset="0"/>
              </a:rPr>
              <a:t>Average Daily Rate (ADR)</a:t>
            </a:r>
          </a:p>
          <a:p>
            <a:pPr marL="342900" indent="-342900" algn="just">
              <a:lnSpc>
                <a:spcPct val="150000"/>
              </a:lnSpc>
              <a:buFont typeface="Wingdings" panose="05000000000000000000" pitchFamily="2" charset="2"/>
              <a:buChar char="ü"/>
            </a:pPr>
            <a:r>
              <a:rPr lang="en-US" sz="2000" dirty="0">
                <a:solidFill>
                  <a:schemeClr val="tx1">
                    <a:lumMod val="95000"/>
                    <a:lumOff val="5000"/>
                  </a:schemeClr>
                </a:solidFill>
                <a:latin typeface="Segoe UI Emoji" panose="020B0502040204020203" pitchFamily="34" charset="0"/>
                <a:ea typeface="Segoe UI Emoji" panose="020B0502040204020203" pitchFamily="34" charset="0"/>
              </a:rPr>
              <a:t>Revenue per Available Room (RevPAR)</a:t>
            </a:r>
          </a:p>
        </p:txBody>
      </p:sp>
    </p:spTree>
    <p:extLst>
      <p:ext uri="{BB962C8B-B14F-4D97-AF65-F5344CB8AC3E}">
        <p14:creationId xmlns:p14="http://schemas.microsoft.com/office/powerpoint/2010/main" val="1255485076"/>
      </p:ext>
    </p:extLst>
  </p:cSld>
  <p:clrMapOvr>
    <a:masterClrMapping/>
  </p:clrMapOvr>
  <mc:AlternateContent xmlns:mc="http://schemas.openxmlformats.org/markup-compatibility/2006" xmlns:p15="http://schemas.microsoft.com/office/powerpoint/2012/main">
    <mc:Choice Requires="p15">
      <p:transition spd="med">
        <p15:prstTrans prst="peelOff" invX="1"/>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anim calcmode="lin" valueType="num">
                                      <p:cBhvr>
                                        <p:cTn id="8" dur="500" fill="hold"/>
                                        <p:tgtEl>
                                          <p:spTgt spid="2"/>
                                        </p:tgtEl>
                                        <p:attrNameLst>
                                          <p:attrName>ppt_x</p:attrName>
                                        </p:attrNameLst>
                                      </p:cBhvr>
                                      <p:tavLst>
                                        <p:tav tm="0">
                                          <p:val>
                                            <p:strVal val="#ppt_x"/>
                                          </p:val>
                                        </p:tav>
                                        <p:tav tm="100000">
                                          <p:val>
                                            <p:strVal val="#ppt_x"/>
                                          </p:val>
                                        </p:tav>
                                      </p:tavLst>
                                    </p:anim>
                                    <p:anim calcmode="lin" valueType="num">
                                      <p:cBhvr>
                                        <p:cTn id="9" dur="5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xEl>
                                              <p:pRg st="0" end="0"/>
                                            </p:txEl>
                                          </p:spTgt>
                                        </p:tgtEl>
                                        <p:attrNameLst>
                                          <p:attrName>style.visibility</p:attrName>
                                        </p:attrNameLst>
                                      </p:cBhvr>
                                      <p:to>
                                        <p:strVal val="visible"/>
                                      </p:to>
                                    </p:set>
                                    <p:animEffect transition="in" filter="fade">
                                      <p:cBhvr>
                                        <p:cTn id="14" dur="500"/>
                                        <p:tgtEl>
                                          <p:spTgt spid="4">
                                            <p:txEl>
                                              <p:pRg st="0" end="0"/>
                                            </p:txEl>
                                          </p:spTgt>
                                        </p:tgtEl>
                                      </p:cBhvr>
                                    </p:animEffect>
                                    <p:anim calcmode="lin" valueType="num">
                                      <p:cBhvr>
                                        <p:cTn id="15"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16" dur="5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4">
                                            <p:txEl>
                                              <p:pRg st="1" end="1"/>
                                            </p:txEl>
                                          </p:spTgt>
                                        </p:tgtEl>
                                        <p:attrNameLst>
                                          <p:attrName>style.visibility</p:attrName>
                                        </p:attrNameLst>
                                      </p:cBhvr>
                                      <p:to>
                                        <p:strVal val="visible"/>
                                      </p:to>
                                    </p:set>
                                    <p:animEffect transition="in" filter="fade">
                                      <p:cBhvr>
                                        <p:cTn id="21" dur="500"/>
                                        <p:tgtEl>
                                          <p:spTgt spid="4">
                                            <p:txEl>
                                              <p:pRg st="1" end="1"/>
                                            </p:txEl>
                                          </p:spTgt>
                                        </p:tgtEl>
                                      </p:cBhvr>
                                    </p:animEffect>
                                    <p:anim calcmode="lin" valueType="num">
                                      <p:cBhvr>
                                        <p:cTn id="22"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23" dur="500" fill="hold"/>
                                        <p:tgtEl>
                                          <p:spTgt spid="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4">
                                            <p:txEl>
                                              <p:pRg st="2" end="2"/>
                                            </p:txEl>
                                          </p:spTgt>
                                        </p:tgtEl>
                                        <p:attrNameLst>
                                          <p:attrName>style.visibility</p:attrName>
                                        </p:attrNameLst>
                                      </p:cBhvr>
                                      <p:to>
                                        <p:strVal val="visible"/>
                                      </p:to>
                                    </p:set>
                                    <p:animEffect transition="in" filter="fade">
                                      <p:cBhvr>
                                        <p:cTn id="28" dur="500"/>
                                        <p:tgtEl>
                                          <p:spTgt spid="4">
                                            <p:txEl>
                                              <p:pRg st="2" end="2"/>
                                            </p:txEl>
                                          </p:spTgt>
                                        </p:tgtEl>
                                      </p:cBhvr>
                                    </p:animEffect>
                                    <p:anim calcmode="lin" valueType="num">
                                      <p:cBhvr>
                                        <p:cTn id="29"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30" dur="5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4">
                                            <p:txEl>
                                              <p:pRg st="3" end="3"/>
                                            </p:txEl>
                                          </p:spTgt>
                                        </p:tgtEl>
                                        <p:attrNameLst>
                                          <p:attrName>style.visibility</p:attrName>
                                        </p:attrNameLst>
                                      </p:cBhvr>
                                      <p:to>
                                        <p:strVal val="visible"/>
                                      </p:to>
                                    </p:set>
                                    <p:animEffect transition="in" filter="fade">
                                      <p:cBhvr>
                                        <p:cTn id="35" dur="500"/>
                                        <p:tgtEl>
                                          <p:spTgt spid="4">
                                            <p:txEl>
                                              <p:pRg st="3" end="3"/>
                                            </p:txEl>
                                          </p:spTgt>
                                        </p:tgtEl>
                                      </p:cBhvr>
                                    </p:animEffect>
                                    <p:anim calcmode="lin" valueType="num">
                                      <p:cBhvr>
                                        <p:cTn id="36"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37" dur="500" fill="hold"/>
                                        <p:tgtEl>
                                          <p:spTgt spid="4">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4">
                                            <p:txEl>
                                              <p:pRg st="4" end="4"/>
                                            </p:txEl>
                                          </p:spTgt>
                                        </p:tgtEl>
                                        <p:attrNameLst>
                                          <p:attrName>style.visibility</p:attrName>
                                        </p:attrNameLst>
                                      </p:cBhvr>
                                      <p:to>
                                        <p:strVal val="visible"/>
                                      </p:to>
                                    </p:set>
                                    <p:animEffect transition="in" filter="fade">
                                      <p:cBhvr>
                                        <p:cTn id="42" dur="500"/>
                                        <p:tgtEl>
                                          <p:spTgt spid="4">
                                            <p:txEl>
                                              <p:pRg st="4" end="4"/>
                                            </p:txEl>
                                          </p:spTgt>
                                        </p:tgtEl>
                                      </p:cBhvr>
                                    </p:animEffect>
                                    <p:anim calcmode="lin" valueType="num">
                                      <p:cBhvr>
                                        <p:cTn id="43"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44" dur="500" fill="hold"/>
                                        <p:tgtEl>
                                          <p:spTgt spid="4">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4">
                                            <p:txEl>
                                              <p:pRg st="5" end="5"/>
                                            </p:txEl>
                                          </p:spTgt>
                                        </p:tgtEl>
                                        <p:attrNameLst>
                                          <p:attrName>style.visibility</p:attrName>
                                        </p:attrNameLst>
                                      </p:cBhvr>
                                      <p:to>
                                        <p:strVal val="visible"/>
                                      </p:to>
                                    </p:set>
                                    <p:animEffect transition="in" filter="fade">
                                      <p:cBhvr>
                                        <p:cTn id="49" dur="500"/>
                                        <p:tgtEl>
                                          <p:spTgt spid="4">
                                            <p:txEl>
                                              <p:pRg st="5" end="5"/>
                                            </p:txEl>
                                          </p:spTgt>
                                        </p:tgtEl>
                                      </p:cBhvr>
                                    </p:animEffect>
                                    <p:anim calcmode="lin" valueType="num">
                                      <p:cBhvr>
                                        <p:cTn id="50" dur="500" fill="hold"/>
                                        <p:tgtEl>
                                          <p:spTgt spid="4">
                                            <p:txEl>
                                              <p:pRg st="5" end="5"/>
                                            </p:txEl>
                                          </p:spTgt>
                                        </p:tgtEl>
                                        <p:attrNameLst>
                                          <p:attrName>ppt_x</p:attrName>
                                        </p:attrNameLst>
                                      </p:cBhvr>
                                      <p:tavLst>
                                        <p:tav tm="0">
                                          <p:val>
                                            <p:strVal val="#ppt_x"/>
                                          </p:val>
                                        </p:tav>
                                        <p:tav tm="100000">
                                          <p:val>
                                            <p:strVal val="#ppt_x"/>
                                          </p:val>
                                        </p:tav>
                                      </p:tavLst>
                                    </p:anim>
                                    <p:anim calcmode="lin" valueType="num">
                                      <p:cBhvr>
                                        <p:cTn id="51" dur="500" fill="hold"/>
                                        <p:tgtEl>
                                          <p:spTgt spid="4">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4">
                                            <p:txEl>
                                              <p:pRg st="6" end="6"/>
                                            </p:txEl>
                                          </p:spTgt>
                                        </p:tgtEl>
                                        <p:attrNameLst>
                                          <p:attrName>style.visibility</p:attrName>
                                        </p:attrNameLst>
                                      </p:cBhvr>
                                      <p:to>
                                        <p:strVal val="visible"/>
                                      </p:to>
                                    </p:set>
                                    <p:animEffect transition="in" filter="fade">
                                      <p:cBhvr>
                                        <p:cTn id="56" dur="500"/>
                                        <p:tgtEl>
                                          <p:spTgt spid="4">
                                            <p:txEl>
                                              <p:pRg st="6" end="6"/>
                                            </p:txEl>
                                          </p:spTgt>
                                        </p:tgtEl>
                                      </p:cBhvr>
                                    </p:animEffect>
                                    <p:anim calcmode="lin" valueType="num">
                                      <p:cBhvr>
                                        <p:cTn id="57" dur="500" fill="hold"/>
                                        <p:tgtEl>
                                          <p:spTgt spid="4">
                                            <p:txEl>
                                              <p:pRg st="6" end="6"/>
                                            </p:txEl>
                                          </p:spTgt>
                                        </p:tgtEl>
                                        <p:attrNameLst>
                                          <p:attrName>ppt_x</p:attrName>
                                        </p:attrNameLst>
                                      </p:cBhvr>
                                      <p:tavLst>
                                        <p:tav tm="0">
                                          <p:val>
                                            <p:strVal val="#ppt_x"/>
                                          </p:val>
                                        </p:tav>
                                        <p:tav tm="100000">
                                          <p:val>
                                            <p:strVal val="#ppt_x"/>
                                          </p:val>
                                        </p:tav>
                                      </p:tavLst>
                                    </p:anim>
                                    <p:anim calcmode="lin" valueType="num">
                                      <p:cBhvr>
                                        <p:cTn id="58" dur="500" fill="hold"/>
                                        <p:tgtEl>
                                          <p:spTgt spid="4">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DBCDF2-F09A-4B29-61ED-3260B24DD2AD}"/>
              </a:ext>
            </a:extLst>
          </p:cNvPr>
          <p:cNvSpPr>
            <a:spLocks noGrp="1"/>
          </p:cNvSpPr>
          <p:nvPr>
            <p:ph type="title"/>
          </p:nvPr>
        </p:nvSpPr>
        <p:spPr>
          <a:xfrm>
            <a:off x="1154953" y="1063416"/>
            <a:ext cx="8761413" cy="1178608"/>
          </a:xfrm>
        </p:spPr>
        <p:txBody>
          <a:bodyPr/>
          <a:lstStyle/>
          <a:p>
            <a:r>
              <a:rPr lang="en-US" dirty="0"/>
              <a:t>Revenue Analysis</a:t>
            </a:r>
            <a:br>
              <a:rPr lang="en-US" dirty="0"/>
            </a:br>
            <a:endParaRPr lang="en-US" dirty="0"/>
          </a:p>
        </p:txBody>
      </p:sp>
      <p:sp>
        <p:nvSpPr>
          <p:cNvPr id="3" name="Slide Number Placeholder 2">
            <a:extLst>
              <a:ext uri="{FF2B5EF4-FFF2-40B4-BE49-F238E27FC236}">
                <a16:creationId xmlns:a16="http://schemas.microsoft.com/office/drawing/2014/main" id="{86D9C996-7869-1C1F-76EC-39C03A885363}"/>
              </a:ext>
            </a:extLst>
          </p:cNvPr>
          <p:cNvSpPr>
            <a:spLocks noGrp="1"/>
          </p:cNvSpPr>
          <p:nvPr>
            <p:ph type="sldNum" sz="quarter" idx="12"/>
          </p:nvPr>
        </p:nvSpPr>
        <p:spPr/>
        <p:txBody>
          <a:bodyPr/>
          <a:lstStyle/>
          <a:p>
            <a:fld id="{9FF96B15-8338-45D5-A943-561235072D66}" type="slidenum">
              <a:rPr lang="en-US" noProof="0" smtClean="0"/>
              <a:t>9</a:t>
            </a:fld>
            <a:endParaRPr lang="en-US" noProof="0" dirty="0"/>
          </a:p>
        </p:txBody>
      </p:sp>
      <p:sp>
        <p:nvSpPr>
          <p:cNvPr id="4" name="Text Placeholder 3">
            <a:extLst>
              <a:ext uri="{FF2B5EF4-FFF2-40B4-BE49-F238E27FC236}">
                <a16:creationId xmlns:a16="http://schemas.microsoft.com/office/drawing/2014/main" id="{83BD30AA-5428-B372-30C9-FE6C684CFC2C}"/>
              </a:ext>
            </a:extLst>
          </p:cNvPr>
          <p:cNvSpPr>
            <a:spLocks noGrp="1"/>
          </p:cNvSpPr>
          <p:nvPr>
            <p:ph type="body" sz="quarter" idx="13"/>
          </p:nvPr>
        </p:nvSpPr>
        <p:spPr>
          <a:xfrm>
            <a:off x="1764150" y="2639733"/>
            <a:ext cx="8663700" cy="3477682"/>
          </a:xfrm>
        </p:spPr>
        <p:txBody>
          <a:bodyPr>
            <a:noAutofit/>
          </a:bodyPr>
          <a:lstStyle/>
          <a:p>
            <a:pPr algn="just">
              <a:lnSpc>
                <a:spcPct val="150000"/>
              </a:lnSpc>
            </a:pPr>
            <a:r>
              <a:rPr lang="en-US" sz="2000" b="1" dirty="0">
                <a:solidFill>
                  <a:schemeClr val="tx1">
                    <a:lumMod val="95000"/>
                    <a:lumOff val="5000"/>
                  </a:schemeClr>
                </a:solidFill>
                <a:latin typeface="Segoe UI Emoji" panose="020B0502040204020203" pitchFamily="34" charset="0"/>
                <a:ea typeface="Segoe UI Emoji" panose="020B0502040204020203" pitchFamily="34" charset="0"/>
              </a:rPr>
              <a:t>Revenue analysis reveals overall income trends and highlights key contributors: </a:t>
            </a:r>
          </a:p>
          <a:p>
            <a:pPr marL="342900" indent="-342900" algn="just">
              <a:lnSpc>
                <a:spcPct val="150000"/>
              </a:lnSpc>
              <a:buFont typeface="Wingdings" panose="05000000000000000000" pitchFamily="2" charset="2"/>
              <a:buChar char="ü"/>
            </a:pPr>
            <a:r>
              <a:rPr lang="en-US" sz="2000" dirty="0">
                <a:solidFill>
                  <a:schemeClr val="tx1">
                    <a:lumMod val="95000"/>
                    <a:lumOff val="5000"/>
                  </a:schemeClr>
                </a:solidFill>
                <a:latin typeface="Segoe UI Emoji" panose="020B0502040204020203" pitchFamily="34" charset="0"/>
                <a:ea typeface="Segoe UI Emoji" panose="020B0502040204020203" pitchFamily="34" charset="0"/>
              </a:rPr>
              <a:t>Revenue is concentrated in a few high‑performing cities and premium hotels </a:t>
            </a:r>
          </a:p>
          <a:p>
            <a:pPr marL="342900" indent="-342900" algn="just">
              <a:lnSpc>
                <a:spcPct val="150000"/>
              </a:lnSpc>
              <a:buFont typeface="Wingdings" panose="05000000000000000000" pitchFamily="2" charset="2"/>
              <a:buChar char="ü"/>
            </a:pPr>
            <a:r>
              <a:rPr lang="en-US" sz="2000" dirty="0">
                <a:solidFill>
                  <a:schemeClr val="tx1">
                    <a:lumMod val="95000"/>
                    <a:lumOff val="5000"/>
                  </a:schemeClr>
                </a:solidFill>
                <a:latin typeface="Segoe UI Emoji" panose="020B0502040204020203" pitchFamily="34" charset="0"/>
                <a:ea typeface="Segoe UI Emoji" panose="020B0502040204020203" pitchFamily="34" charset="0"/>
              </a:rPr>
              <a:t>Certain hotels generate high revenue despite lower booking volumes due to higher room rates  </a:t>
            </a:r>
          </a:p>
          <a:p>
            <a:pPr marL="342900" indent="-342900" algn="just">
              <a:lnSpc>
                <a:spcPct val="150000"/>
              </a:lnSpc>
              <a:buFont typeface="Wingdings" panose="05000000000000000000" pitchFamily="2" charset="2"/>
              <a:buChar char="ü"/>
            </a:pPr>
            <a:r>
              <a:rPr lang="en-US" sz="2000" dirty="0">
                <a:solidFill>
                  <a:schemeClr val="tx1">
                    <a:lumMod val="95000"/>
                    <a:lumOff val="5000"/>
                  </a:schemeClr>
                </a:solidFill>
                <a:latin typeface="Segoe UI Emoji" panose="020B0502040204020203" pitchFamily="34" charset="0"/>
                <a:ea typeface="Segoe UI Emoji" panose="020B0502040204020203" pitchFamily="34" charset="0"/>
              </a:rPr>
              <a:t>Revenue dips align with off‑season periods, indicating strong seasonality impact</a:t>
            </a:r>
          </a:p>
        </p:txBody>
      </p:sp>
    </p:spTree>
    <p:extLst>
      <p:ext uri="{BB962C8B-B14F-4D97-AF65-F5344CB8AC3E}">
        <p14:creationId xmlns:p14="http://schemas.microsoft.com/office/powerpoint/2010/main" val="1011275734"/>
      </p:ext>
    </p:extLst>
  </p:cSld>
  <p:clrMapOvr>
    <a:masterClrMapping/>
  </p:clrMapOvr>
  <mc:AlternateContent xmlns:mc="http://schemas.openxmlformats.org/markup-compatibility/2006" xmlns:p15="http://schemas.microsoft.com/office/powerpoint/2012/main">
    <mc:Choice Requires="p15">
      <p:transition spd="med">
        <p15:prstTrans prst="peelOff" invX="1"/>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anim calcmode="lin" valueType="num">
                                      <p:cBhvr>
                                        <p:cTn id="8" dur="500" fill="hold"/>
                                        <p:tgtEl>
                                          <p:spTgt spid="2"/>
                                        </p:tgtEl>
                                        <p:attrNameLst>
                                          <p:attrName>ppt_x</p:attrName>
                                        </p:attrNameLst>
                                      </p:cBhvr>
                                      <p:tavLst>
                                        <p:tav tm="0">
                                          <p:val>
                                            <p:strVal val="#ppt_x"/>
                                          </p:val>
                                        </p:tav>
                                        <p:tav tm="100000">
                                          <p:val>
                                            <p:strVal val="#ppt_x"/>
                                          </p:val>
                                        </p:tav>
                                      </p:tavLst>
                                    </p:anim>
                                    <p:anim calcmode="lin" valueType="num">
                                      <p:cBhvr>
                                        <p:cTn id="9" dur="5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xEl>
                                              <p:pRg st="0" end="0"/>
                                            </p:txEl>
                                          </p:spTgt>
                                        </p:tgtEl>
                                        <p:attrNameLst>
                                          <p:attrName>style.visibility</p:attrName>
                                        </p:attrNameLst>
                                      </p:cBhvr>
                                      <p:to>
                                        <p:strVal val="visible"/>
                                      </p:to>
                                    </p:set>
                                    <p:animEffect transition="in" filter="fade">
                                      <p:cBhvr>
                                        <p:cTn id="14" dur="500"/>
                                        <p:tgtEl>
                                          <p:spTgt spid="4">
                                            <p:txEl>
                                              <p:pRg st="0" end="0"/>
                                            </p:txEl>
                                          </p:spTgt>
                                        </p:tgtEl>
                                      </p:cBhvr>
                                    </p:animEffect>
                                    <p:anim calcmode="lin" valueType="num">
                                      <p:cBhvr>
                                        <p:cTn id="15"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16" dur="5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4">
                                            <p:txEl>
                                              <p:pRg st="1" end="1"/>
                                            </p:txEl>
                                          </p:spTgt>
                                        </p:tgtEl>
                                        <p:attrNameLst>
                                          <p:attrName>style.visibility</p:attrName>
                                        </p:attrNameLst>
                                      </p:cBhvr>
                                      <p:to>
                                        <p:strVal val="visible"/>
                                      </p:to>
                                    </p:set>
                                    <p:animEffect transition="in" filter="fade">
                                      <p:cBhvr>
                                        <p:cTn id="21" dur="500"/>
                                        <p:tgtEl>
                                          <p:spTgt spid="4">
                                            <p:txEl>
                                              <p:pRg st="1" end="1"/>
                                            </p:txEl>
                                          </p:spTgt>
                                        </p:tgtEl>
                                      </p:cBhvr>
                                    </p:animEffect>
                                    <p:anim calcmode="lin" valueType="num">
                                      <p:cBhvr>
                                        <p:cTn id="22"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23" dur="500" fill="hold"/>
                                        <p:tgtEl>
                                          <p:spTgt spid="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4">
                                            <p:txEl>
                                              <p:pRg st="2" end="2"/>
                                            </p:txEl>
                                          </p:spTgt>
                                        </p:tgtEl>
                                        <p:attrNameLst>
                                          <p:attrName>style.visibility</p:attrName>
                                        </p:attrNameLst>
                                      </p:cBhvr>
                                      <p:to>
                                        <p:strVal val="visible"/>
                                      </p:to>
                                    </p:set>
                                    <p:animEffect transition="in" filter="fade">
                                      <p:cBhvr>
                                        <p:cTn id="28" dur="500"/>
                                        <p:tgtEl>
                                          <p:spTgt spid="4">
                                            <p:txEl>
                                              <p:pRg st="2" end="2"/>
                                            </p:txEl>
                                          </p:spTgt>
                                        </p:tgtEl>
                                      </p:cBhvr>
                                    </p:animEffect>
                                    <p:anim calcmode="lin" valueType="num">
                                      <p:cBhvr>
                                        <p:cTn id="29"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30" dur="5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4">
                                            <p:txEl>
                                              <p:pRg st="3" end="3"/>
                                            </p:txEl>
                                          </p:spTgt>
                                        </p:tgtEl>
                                        <p:attrNameLst>
                                          <p:attrName>style.visibility</p:attrName>
                                        </p:attrNameLst>
                                      </p:cBhvr>
                                      <p:to>
                                        <p:strVal val="visible"/>
                                      </p:to>
                                    </p:set>
                                    <p:animEffect transition="in" filter="fade">
                                      <p:cBhvr>
                                        <p:cTn id="35" dur="500"/>
                                        <p:tgtEl>
                                          <p:spTgt spid="4">
                                            <p:txEl>
                                              <p:pRg st="3" end="3"/>
                                            </p:txEl>
                                          </p:spTgt>
                                        </p:tgtEl>
                                      </p:cBhvr>
                                    </p:animEffect>
                                    <p:anim calcmode="lin" valueType="num">
                                      <p:cBhvr>
                                        <p:cTn id="36"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37" dur="500" fill="hold"/>
                                        <p:tgtEl>
                                          <p:spTgt spid="4">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1A4C4F-1F2B-47E3-56F1-2D7A6926F2CB}"/>
              </a:ext>
            </a:extLst>
          </p:cNvPr>
          <p:cNvSpPr>
            <a:spLocks noGrp="1"/>
          </p:cNvSpPr>
          <p:nvPr>
            <p:ph type="title"/>
          </p:nvPr>
        </p:nvSpPr>
        <p:spPr>
          <a:xfrm>
            <a:off x="1128059" y="1266753"/>
            <a:ext cx="8761413" cy="936561"/>
          </a:xfrm>
        </p:spPr>
        <p:txBody>
          <a:bodyPr/>
          <a:lstStyle/>
          <a:p>
            <a:r>
              <a:rPr lang="en-US" dirty="0"/>
              <a:t>Occupancy Analysis</a:t>
            </a:r>
            <a:br>
              <a:rPr lang="en-US" dirty="0"/>
            </a:br>
            <a:endParaRPr lang="en-US" dirty="0"/>
          </a:p>
        </p:txBody>
      </p:sp>
      <p:sp>
        <p:nvSpPr>
          <p:cNvPr id="3" name="Slide Number Placeholder 2">
            <a:extLst>
              <a:ext uri="{FF2B5EF4-FFF2-40B4-BE49-F238E27FC236}">
                <a16:creationId xmlns:a16="http://schemas.microsoft.com/office/drawing/2014/main" id="{FFF9DACC-1975-521C-3000-41D68561F0A5}"/>
              </a:ext>
            </a:extLst>
          </p:cNvPr>
          <p:cNvSpPr>
            <a:spLocks noGrp="1"/>
          </p:cNvSpPr>
          <p:nvPr>
            <p:ph type="sldNum" sz="quarter" idx="12"/>
          </p:nvPr>
        </p:nvSpPr>
        <p:spPr/>
        <p:txBody>
          <a:bodyPr/>
          <a:lstStyle/>
          <a:p>
            <a:fld id="{9FF96B15-8338-45D5-A943-561235072D66}" type="slidenum">
              <a:rPr lang="en-US" noProof="0" smtClean="0"/>
              <a:t>10</a:t>
            </a:fld>
            <a:endParaRPr lang="en-US" noProof="0" dirty="0"/>
          </a:p>
        </p:txBody>
      </p:sp>
      <p:sp>
        <p:nvSpPr>
          <p:cNvPr id="4" name="Text Placeholder 3">
            <a:extLst>
              <a:ext uri="{FF2B5EF4-FFF2-40B4-BE49-F238E27FC236}">
                <a16:creationId xmlns:a16="http://schemas.microsoft.com/office/drawing/2014/main" id="{C405B328-D039-9089-5BA5-989532016A5E}"/>
              </a:ext>
            </a:extLst>
          </p:cNvPr>
          <p:cNvSpPr>
            <a:spLocks noGrp="1"/>
          </p:cNvSpPr>
          <p:nvPr>
            <p:ph type="body" sz="quarter" idx="13"/>
          </p:nvPr>
        </p:nvSpPr>
        <p:spPr/>
        <p:txBody>
          <a:bodyPr>
            <a:normAutofit lnSpcReduction="10000"/>
          </a:bodyPr>
          <a:lstStyle/>
          <a:p>
            <a:pPr algn="just">
              <a:lnSpc>
                <a:spcPct val="150000"/>
              </a:lnSpc>
            </a:pPr>
            <a:r>
              <a:rPr lang="en-US" sz="2000" b="1" dirty="0">
                <a:solidFill>
                  <a:schemeClr val="tx1">
                    <a:lumMod val="95000"/>
                    <a:lumOff val="5000"/>
                  </a:schemeClr>
                </a:solidFill>
                <a:latin typeface="Segoe UI Emoji" panose="020B0502040204020203" pitchFamily="34" charset="0"/>
                <a:ea typeface="Segoe UI Emoji" panose="020B0502040204020203" pitchFamily="34" charset="0"/>
              </a:rPr>
              <a:t>Occupancy trends show how effectively room inventory is utilized: </a:t>
            </a:r>
          </a:p>
          <a:p>
            <a:pPr marL="342900" indent="-342900" algn="just">
              <a:lnSpc>
                <a:spcPct val="150000"/>
              </a:lnSpc>
              <a:buFont typeface="Wingdings" panose="05000000000000000000" pitchFamily="2" charset="2"/>
              <a:buChar char="ü"/>
            </a:pPr>
            <a:r>
              <a:rPr lang="en-US" sz="2000" dirty="0">
                <a:solidFill>
                  <a:schemeClr val="tx1">
                    <a:lumMod val="95000"/>
                    <a:lumOff val="5000"/>
                  </a:schemeClr>
                </a:solidFill>
                <a:latin typeface="Segoe UI Emoji" panose="020B0502040204020203" pitchFamily="34" charset="0"/>
                <a:ea typeface="Segoe UI Emoji" panose="020B0502040204020203" pitchFamily="34" charset="0"/>
              </a:rPr>
              <a:t>Peak occupancy is observed during weekends and seasonal demand periods.</a:t>
            </a:r>
          </a:p>
          <a:p>
            <a:pPr marL="342900" indent="-342900" algn="just">
              <a:lnSpc>
                <a:spcPct val="150000"/>
              </a:lnSpc>
              <a:buFont typeface="Wingdings" panose="05000000000000000000" pitchFamily="2" charset="2"/>
              <a:buChar char="ü"/>
            </a:pPr>
            <a:r>
              <a:rPr lang="en-US" sz="2000" dirty="0">
                <a:solidFill>
                  <a:schemeClr val="tx1">
                    <a:lumMod val="95000"/>
                    <a:lumOff val="5000"/>
                  </a:schemeClr>
                </a:solidFill>
                <a:latin typeface="Segoe UI Emoji" panose="020B0502040204020203" pitchFamily="34" charset="0"/>
                <a:ea typeface="Segoe UI Emoji" panose="020B0502040204020203" pitchFamily="34" charset="0"/>
              </a:rPr>
              <a:t>Some hotels maintain consistently low occupancy despite competitive pricing. </a:t>
            </a:r>
          </a:p>
          <a:p>
            <a:pPr marL="342900" indent="-342900" algn="just">
              <a:lnSpc>
                <a:spcPct val="150000"/>
              </a:lnSpc>
              <a:buFont typeface="Wingdings" panose="05000000000000000000" pitchFamily="2" charset="2"/>
              <a:buChar char="ü"/>
            </a:pPr>
            <a:r>
              <a:rPr lang="en-US" sz="2000" dirty="0">
                <a:solidFill>
                  <a:schemeClr val="tx1">
                    <a:lumMod val="95000"/>
                    <a:lumOff val="5000"/>
                  </a:schemeClr>
                </a:solidFill>
                <a:latin typeface="Segoe UI Emoji" panose="020B0502040204020203" pitchFamily="34" charset="0"/>
                <a:ea typeface="Segoe UI Emoji" panose="020B0502040204020203" pitchFamily="34" charset="0"/>
              </a:rPr>
              <a:t> High occupancy does not always translate into high revenue, indicating pricing optimization gaps.</a:t>
            </a:r>
          </a:p>
        </p:txBody>
      </p:sp>
    </p:spTree>
    <p:extLst>
      <p:ext uri="{BB962C8B-B14F-4D97-AF65-F5344CB8AC3E}">
        <p14:creationId xmlns:p14="http://schemas.microsoft.com/office/powerpoint/2010/main" val="3520675116"/>
      </p:ext>
    </p:extLst>
  </p:cSld>
  <p:clrMapOvr>
    <a:masterClrMapping/>
  </p:clrMapOvr>
  <mc:AlternateContent xmlns:mc="http://schemas.openxmlformats.org/markup-compatibility/2006" xmlns:p15="http://schemas.microsoft.com/office/powerpoint/2012/main">
    <mc:Choice Requires="p15">
      <p:transition spd="med">
        <p15:prstTrans prst="peelOff" invX="1"/>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anim calcmode="lin" valueType="num">
                                      <p:cBhvr>
                                        <p:cTn id="8" dur="500" fill="hold"/>
                                        <p:tgtEl>
                                          <p:spTgt spid="2"/>
                                        </p:tgtEl>
                                        <p:attrNameLst>
                                          <p:attrName>ppt_x</p:attrName>
                                        </p:attrNameLst>
                                      </p:cBhvr>
                                      <p:tavLst>
                                        <p:tav tm="0">
                                          <p:val>
                                            <p:strVal val="#ppt_x"/>
                                          </p:val>
                                        </p:tav>
                                        <p:tav tm="100000">
                                          <p:val>
                                            <p:strVal val="#ppt_x"/>
                                          </p:val>
                                        </p:tav>
                                      </p:tavLst>
                                    </p:anim>
                                    <p:anim calcmode="lin" valueType="num">
                                      <p:cBhvr>
                                        <p:cTn id="9" dur="5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xEl>
                                              <p:pRg st="0" end="0"/>
                                            </p:txEl>
                                          </p:spTgt>
                                        </p:tgtEl>
                                        <p:attrNameLst>
                                          <p:attrName>style.visibility</p:attrName>
                                        </p:attrNameLst>
                                      </p:cBhvr>
                                      <p:to>
                                        <p:strVal val="visible"/>
                                      </p:to>
                                    </p:set>
                                    <p:animEffect transition="in" filter="fade">
                                      <p:cBhvr>
                                        <p:cTn id="14" dur="500"/>
                                        <p:tgtEl>
                                          <p:spTgt spid="4">
                                            <p:txEl>
                                              <p:pRg st="0" end="0"/>
                                            </p:txEl>
                                          </p:spTgt>
                                        </p:tgtEl>
                                      </p:cBhvr>
                                    </p:animEffect>
                                    <p:anim calcmode="lin" valueType="num">
                                      <p:cBhvr>
                                        <p:cTn id="15"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16" dur="5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4">
                                            <p:txEl>
                                              <p:pRg st="1" end="1"/>
                                            </p:txEl>
                                          </p:spTgt>
                                        </p:tgtEl>
                                        <p:attrNameLst>
                                          <p:attrName>style.visibility</p:attrName>
                                        </p:attrNameLst>
                                      </p:cBhvr>
                                      <p:to>
                                        <p:strVal val="visible"/>
                                      </p:to>
                                    </p:set>
                                    <p:animEffect transition="in" filter="fade">
                                      <p:cBhvr>
                                        <p:cTn id="21" dur="500"/>
                                        <p:tgtEl>
                                          <p:spTgt spid="4">
                                            <p:txEl>
                                              <p:pRg st="1" end="1"/>
                                            </p:txEl>
                                          </p:spTgt>
                                        </p:tgtEl>
                                      </p:cBhvr>
                                    </p:animEffect>
                                    <p:anim calcmode="lin" valueType="num">
                                      <p:cBhvr>
                                        <p:cTn id="22"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23" dur="500" fill="hold"/>
                                        <p:tgtEl>
                                          <p:spTgt spid="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4">
                                            <p:txEl>
                                              <p:pRg st="2" end="2"/>
                                            </p:txEl>
                                          </p:spTgt>
                                        </p:tgtEl>
                                        <p:attrNameLst>
                                          <p:attrName>style.visibility</p:attrName>
                                        </p:attrNameLst>
                                      </p:cBhvr>
                                      <p:to>
                                        <p:strVal val="visible"/>
                                      </p:to>
                                    </p:set>
                                    <p:animEffect transition="in" filter="fade">
                                      <p:cBhvr>
                                        <p:cTn id="28" dur="500"/>
                                        <p:tgtEl>
                                          <p:spTgt spid="4">
                                            <p:txEl>
                                              <p:pRg st="2" end="2"/>
                                            </p:txEl>
                                          </p:spTgt>
                                        </p:tgtEl>
                                      </p:cBhvr>
                                    </p:animEffect>
                                    <p:anim calcmode="lin" valueType="num">
                                      <p:cBhvr>
                                        <p:cTn id="29"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30" dur="5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4">
                                            <p:txEl>
                                              <p:pRg st="3" end="3"/>
                                            </p:txEl>
                                          </p:spTgt>
                                        </p:tgtEl>
                                        <p:attrNameLst>
                                          <p:attrName>style.visibility</p:attrName>
                                        </p:attrNameLst>
                                      </p:cBhvr>
                                      <p:to>
                                        <p:strVal val="visible"/>
                                      </p:to>
                                    </p:set>
                                    <p:animEffect transition="in" filter="fade">
                                      <p:cBhvr>
                                        <p:cTn id="35" dur="500"/>
                                        <p:tgtEl>
                                          <p:spTgt spid="4">
                                            <p:txEl>
                                              <p:pRg st="3" end="3"/>
                                            </p:txEl>
                                          </p:spTgt>
                                        </p:tgtEl>
                                      </p:cBhvr>
                                    </p:animEffect>
                                    <p:anim calcmode="lin" valueType="num">
                                      <p:cBhvr>
                                        <p:cTn id="36"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37" dur="500" fill="hold"/>
                                        <p:tgtEl>
                                          <p:spTgt spid="4">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315ACF-9EF4-EA05-0FEA-577AA664A387}"/>
              </a:ext>
            </a:extLst>
          </p:cNvPr>
          <p:cNvSpPr>
            <a:spLocks noGrp="1"/>
          </p:cNvSpPr>
          <p:nvPr>
            <p:ph type="title"/>
          </p:nvPr>
        </p:nvSpPr>
        <p:spPr>
          <a:xfrm>
            <a:off x="1154953" y="1290918"/>
            <a:ext cx="8761413" cy="1026208"/>
          </a:xfrm>
        </p:spPr>
        <p:txBody>
          <a:bodyPr/>
          <a:lstStyle/>
          <a:p>
            <a:r>
              <a:rPr lang="en-US" dirty="0"/>
              <a:t>City / Hotel-wise Performance </a:t>
            </a:r>
            <a:br>
              <a:rPr lang="en-US" dirty="0"/>
            </a:br>
            <a:endParaRPr lang="en-US" dirty="0"/>
          </a:p>
        </p:txBody>
      </p:sp>
      <p:sp>
        <p:nvSpPr>
          <p:cNvPr id="3" name="Slide Number Placeholder 2">
            <a:extLst>
              <a:ext uri="{FF2B5EF4-FFF2-40B4-BE49-F238E27FC236}">
                <a16:creationId xmlns:a16="http://schemas.microsoft.com/office/drawing/2014/main" id="{FA609874-6FAD-54E6-4B21-45AE298174F4}"/>
              </a:ext>
            </a:extLst>
          </p:cNvPr>
          <p:cNvSpPr>
            <a:spLocks noGrp="1"/>
          </p:cNvSpPr>
          <p:nvPr>
            <p:ph type="sldNum" sz="quarter" idx="12"/>
          </p:nvPr>
        </p:nvSpPr>
        <p:spPr/>
        <p:txBody>
          <a:bodyPr/>
          <a:lstStyle/>
          <a:p>
            <a:fld id="{9FF96B15-8338-45D5-A943-561235072D66}" type="slidenum">
              <a:rPr lang="en-US" noProof="0" smtClean="0"/>
              <a:t>11</a:t>
            </a:fld>
            <a:endParaRPr lang="en-US" noProof="0" dirty="0"/>
          </a:p>
        </p:txBody>
      </p:sp>
      <p:sp>
        <p:nvSpPr>
          <p:cNvPr id="4" name="Text Placeholder 3">
            <a:extLst>
              <a:ext uri="{FF2B5EF4-FFF2-40B4-BE49-F238E27FC236}">
                <a16:creationId xmlns:a16="http://schemas.microsoft.com/office/drawing/2014/main" id="{C2E8C46B-8F71-3EC4-7B5F-5E0D829A7E01}"/>
              </a:ext>
            </a:extLst>
          </p:cNvPr>
          <p:cNvSpPr>
            <a:spLocks noGrp="1"/>
          </p:cNvSpPr>
          <p:nvPr>
            <p:ph type="body" sz="quarter" idx="13"/>
          </p:nvPr>
        </p:nvSpPr>
        <p:spPr>
          <a:xfrm>
            <a:off x="1764150" y="2317126"/>
            <a:ext cx="8663700" cy="3477682"/>
          </a:xfrm>
        </p:spPr>
        <p:txBody>
          <a:bodyPr>
            <a:normAutofit/>
          </a:bodyPr>
          <a:lstStyle/>
          <a:p>
            <a:pPr algn="just">
              <a:lnSpc>
                <a:spcPct val="150000"/>
              </a:lnSpc>
            </a:pPr>
            <a:r>
              <a:rPr lang="en-US" sz="2000" b="1" dirty="0">
                <a:solidFill>
                  <a:schemeClr val="tx1">
                    <a:lumMod val="95000"/>
                    <a:lumOff val="5000"/>
                  </a:schemeClr>
                </a:solidFill>
                <a:latin typeface="Segoe UI Emoji" panose="020B0502040204020203" pitchFamily="34" charset="0"/>
                <a:ea typeface="Segoe UI Emoji" panose="020B0502040204020203" pitchFamily="34" charset="0"/>
              </a:rPr>
              <a:t>Performance comparison across cities and hotels highlights: </a:t>
            </a:r>
          </a:p>
          <a:p>
            <a:pPr marL="342900" indent="-342900" algn="just">
              <a:lnSpc>
                <a:spcPct val="150000"/>
              </a:lnSpc>
              <a:buFont typeface="Wingdings" panose="05000000000000000000" pitchFamily="2" charset="2"/>
              <a:buChar char="ü"/>
            </a:pPr>
            <a:r>
              <a:rPr lang="en-US" sz="2000" dirty="0">
                <a:solidFill>
                  <a:schemeClr val="tx1">
                    <a:lumMod val="95000"/>
                    <a:lumOff val="5000"/>
                  </a:schemeClr>
                </a:solidFill>
                <a:latin typeface="Segoe UI Emoji" panose="020B0502040204020203" pitchFamily="34" charset="0"/>
                <a:ea typeface="Segoe UI Emoji" panose="020B0502040204020203" pitchFamily="34" charset="0"/>
              </a:rPr>
              <a:t> Top‑performing cities contributing the majority of total revenue </a:t>
            </a:r>
          </a:p>
          <a:p>
            <a:pPr marL="342900" indent="-342900" algn="just">
              <a:lnSpc>
                <a:spcPct val="150000"/>
              </a:lnSpc>
              <a:buFont typeface="Wingdings" panose="05000000000000000000" pitchFamily="2" charset="2"/>
              <a:buChar char="ü"/>
            </a:pPr>
            <a:r>
              <a:rPr lang="en-US" sz="2000" dirty="0">
                <a:solidFill>
                  <a:schemeClr val="tx1">
                    <a:lumMod val="95000"/>
                    <a:lumOff val="5000"/>
                  </a:schemeClr>
                </a:solidFill>
                <a:latin typeface="Segoe UI Emoji" panose="020B0502040204020203" pitchFamily="34" charset="0"/>
                <a:ea typeface="Segoe UI Emoji" panose="020B0502040204020203" pitchFamily="34" charset="0"/>
              </a:rPr>
              <a:t> Underperforming hotels with low occupancy and low RevPAR </a:t>
            </a:r>
          </a:p>
          <a:p>
            <a:pPr marL="342900" indent="-342900" algn="just">
              <a:lnSpc>
                <a:spcPct val="150000"/>
              </a:lnSpc>
              <a:buFont typeface="Wingdings" panose="05000000000000000000" pitchFamily="2" charset="2"/>
              <a:buChar char="ü"/>
            </a:pPr>
            <a:r>
              <a:rPr lang="en-US" sz="2000" dirty="0">
                <a:solidFill>
                  <a:schemeClr val="tx1">
                    <a:lumMod val="95000"/>
                    <a:lumOff val="5000"/>
                  </a:schemeClr>
                </a:solidFill>
                <a:latin typeface="Segoe UI Emoji" panose="020B0502040204020203" pitchFamily="34" charset="0"/>
                <a:ea typeface="Segoe UI Emoji" panose="020B0502040204020203" pitchFamily="34" charset="0"/>
              </a:rPr>
              <a:t> Opportunities to replicate successful pricing and marketing strategies from top locations</a:t>
            </a:r>
          </a:p>
        </p:txBody>
      </p:sp>
    </p:spTree>
    <p:extLst>
      <p:ext uri="{BB962C8B-B14F-4D97-AF65-F5344CB8AC3E}">
        <p14:creationId xmlns:p14="http://schemas.microsoft.com/office/powerpoint/2010/main" val="1396624705"/>
      </p:ext>
    </p:extLst>
  </p:cSld>
  <p:clrMapOvr>
    <a:masterClrMapping/>
  </p:clrMapOvr>
  <mc:AlternateContent xmlns:mc="http://schemas.openxmlformats.org/markup-compatibility/2006" xmlns:p15="http://schemas.microsoft.com/office/powerpoint/2012/main">
    <mc:Choice Requires="p15">
      <p:transition spd="med">
        <p15:prstTrans prst="peelOff" invX="1"/>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anim calcmode="lin" valueType="num">
                                      <p:cBhvr>
                                        <p:cTn id="8" dur="500" fill="hold"/>
                                        <p:tgtEl>
                                          <p:spTgt spid="2"/>
                                        </p:tgtEl>
                                        <p:attrNameLst>
                                          <p:attrName>ppt_x</p:attrName>
                                        </p:attrNameLst>
                                      </p:cBhvr>
                                      <p:tavLst>
                                        <p:tav tm="0">
                                          <p:val>
                                            <p:strVal val="#ppt_x"/>
                                          </p:val>
                                        </p:tav>
                                        <p:tav tm="100000">
                                          <p:val>
                                            <p:strVal val="#ppt_x"/>
                                          </p:val>
                                        </p:tav>
                                      </p:tavLst>
                                    </p:anim>
                                    <p:anim calcmode="lin" valueType="num">
                                      <p:cBhvr>
                                        <p:cTn id="9" dur="5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xEl>
                                              <p:pRg st="0" end="0"/>
                                            </p:txEl>
                                          </p:spTgt>
                                        </p:tgtEl>
                                        <p:attrNameLst>
                                          <p:attrName>style.visibility</p:attrName>
                                        </p:attrNameLst>
                                      </p:cBhvr>
                                      <p:to>
                                        <p:strVal val="visible"/>
                                      </p:to>
                                    </p:set>
                                    <p:animEffect transition="in" filter="fade">
                                      <p:cBhvr>
                                        <p:cTn id="14" dur="500"/>
                                        <p:tgtEl>
                                          <p:spTgt spid="4">
                                            <p:txEl>
                                              <p:pRg st="0" end="0"/>
                                            </p:txEl>
                                          </p:spTgt>
                                        </p:tgtEl>
                                      </p:cBhvr>
                                    </p:animEffect>
                                    <p:anim calcmode="lin" valueType="num">
                                      <p:cBhvr>
                                        <p:cTn id="15"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16" dur="5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4">
                                            <p:txEl>
                                              <p:pRg st="1" end="1"/>
                                            </p:txEl>
                                          </p:spTgt>
                                        </p:tgtEl>
                                        <p:attrNameLst>
                                          <p:attrName>style.visibility</p:attrName>
                                        </p:attrNameLst>
                                      </p:cBhvr>
                                      <p:to>
                                        <p:strVal val="visible"/>
                                      </p:to>
                                    </p:set>
                                    <p:animEffect transition="in" filter="fade">
                                      <p:cBhvr>
                                        <p:cTn id="21" dur="500"/>
                                        <p:tgtEl>
                                          <p:spTgt spid="4">
                                            <p:txEl>
                                              <p:pRg st="1" end="1"/>
                                            </p:txEl>
                                          </p:spTgt>
                                        </p:tgtEl>
                                      </p:cBhvr>
                                    </p:animEffect>
                                    <p:anim calcmode="lin" valueType="num">
                                      <p:cBhvr>
                                        <p:cTn id="22"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23" dur="500" fill="hold"/>
                                        <p:tgtEl>
                                          <p:spTgt spid="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4">
                                            <p:txEl>
                                              <p:pRg st="2" end="2"/>
                                            </p:txEl>
                                          </p:spTgt>
                                        </p:tgtEl>
                                        <p:attrNameLst>
                                          <p:attrName>style.visibility</p:attrName>
                                        </p:attrNameLst>
                                      </p:cBhvr>
                                      <p:to>
                                        <p:strVal val="visible"/>
                                      </p:to>
                                    </p:set>
                                    <p:animEffect transition="in" filter="fade">
                                      <p:cBhvr>
                                        <p:cTn id="28" dur="500"/>
                                        <p:tgtEl>
                                          <p:spTgt spid="4">
                                            <p:txEl>
                                              <p:pRg st="2" end="2"/>
                                            </p:txEl>
                                          </p:spTgt>
                                        </p:tgtEl>
                                      </p:cBhvr>
                                    </p:animEffect>
                                    <p:anim calcmode="lin" valueType="num">
                                      <p:cBhvr>
                                        <p:cTn id="29"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30" dur="5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4">
                                            <p:txEl>
                                              <p:pRg st="3" end="3"/>
                                            </p:txEl>
                                          </p:spTgt>
                                        </p:tgtEl>
                                        <p:attrNameLst>
                                          <p:attrName>style.visibility</p:attrName>
                                        </p:attrNameLst>
                                      </p:cBhvr>
                                      <p:to>
                                        <p:strVal val="visible"/>
                                      </p:to>
                                    </p:set>
                                    <p:animEffect transition="in" filter="fade">
                                      <p:cBhvr>
                                        <p:cTn id="35" dur="500"/>
                                        <p:tgtEl>
                                          <p:spTgt spid="4">
                                            <p:txEl>
                                              <p:pRg st="3" end="3"/>
                                            </p:txEl>
                                          </p:spTgt>
                                        </p:tgtEl>
                                      </p:cBhvr>
                                    </p:animEffect>
                                    <p:anim calcmode="lin" valueType="num">
                                      <p:cBhvr>
                                        <p:cTn id="36"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37" dur="500" fill="hold"/>
                                        <p:tgtEl>
                                          <p:spTgt spid="4">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0F1A9D-CF9D-65FA-80B6-307B86583273}"/>
              </a:ext>
            </a:extLst>
          </p:cNvPr>
          <p:cNvSpPr>
            <a:spLocks noGrp="1"/>
          </p:cNvSpPr>
          <p:nvPr>
            <p:ph type="title"/>
          </p:nvPr>
        </p:nvSpPr>
        <p:spPr>
          <a:xfrm>
            <a:off x="1154953" y="1063416"/>
            <a:ext cx="8761413" cy="706964"/>
          </a:xfrm>
        </p:spPr>
        <p:txBody>
          <a:bodyPr/>
          <a:lstStyle/>
          <a:p>
            <a:r>
              <a:rPr lang="en-US" dirty="0">
                <a:latin typeface="Segoe UI Emoji" panose="020B0502040204020203" pitchFamily="34" charset="0"/>
                <a:ea typeface="Segoe UI Emoji" panose="020B0502040204020203" pitchFamily="34" charset="0"/>
              </a:rPr>
              <a:t>Trend &amp; Seasonality</a:t>
            </a:r>
            <a:endParaRPr lang="en-US" dirty="0"/>
          </a:p>
        </p:txBody>
      </p:sp>
      <p:sp>
        <p:nvSpPr>
          <p:cNvPr id="3" name="Slide Number Placeholder 2">
            <a:extLst>
              <a:ext uri="{FF2B5EF4-FFF2-40B4-BE49-F238E27FC236}">
                <a16:creationId xmlns:a16="http://schemas.microsoft.com/office/drawing/2014/main" id="{120A026D-9C6D-D98F-E0AB-9C0E9A4800C0}"/>
              </a:ext>
            </a:extLst>
          </p:cNvPr>
          <p:cNvSpPr>
            <a:spLocks noGrp="1"/>
          </p:cNvSpPr>
          <p:nvPr>
            <p:ph type="sldNum" sz="quarter" idx="12"/>
          </p:nvPr>
        </p:nvSpPr>
        <p:spPr/>
        <p:txBody>
          <a:bodyPr/>
          <a:lstStyle/>
          <a:p>
            <a:fld id="{9FF96B15-8338-45D5-A943-561235072D66}" type="slidenum">
              <a:rPr lang="en-US" noProof="0" smtClean="0"/>
              <a:t>12</a:t>
            </a:fld>
            <a:endParaRPr lang="en-US" noProof="0" dirty="0"/>
          </a:p>
        </p:txBody>
      </p:sp>
      <p:sp>
        <p:nvSpPr>
          <p:cNvPr id="4" name="Text Placeholder 3">
            <a:extLst>
              <a:ext uri="{FF2B5EF4-FFF2-40B4-BE49-F238E27FC236}">
                <a16:creationId xmlns:a16="http://schemas.microsoft.com/office/drawing/2014/main" id="{B3FA4CAD-1B60-C4BE-4604-AC6B36FA5138}"/>
              </a:ext>
            </a:extLst>
          </p:cNvPr>
          <p:cNvSpPr>
            <a:spLocks noGrp="1"/>
          </p:cNvSpPr>
          <p:nvPr>
            <p:ph type="body" sz="quarter" idx="13"/>
          </p:nvPr>
        </p:nvSpPr>
        <p:spPr/>
        <p:txBody>
          <a:bodyPr>
            <a:normAutofit/>
          </a:bodyPr>
          <a:lstStyle/>
          <a:p>
            <a:pPr algn="just">
              <a:lnSpc>
                <a:spcPct val="150000"/>
              </a:lnSpc>
            </a:pPr>
            <a:r>
              <a:rPr lang="en-US" sz="2000" b="1" dirty="0">
                <a:solidFill>
                  <a:schemeClr val="tx1">
                    <a:lumMod val="95000"/>
                    <a:lumOff val="5000"/>
                  </a:schemeClr>
                </a:solidFill>
                <a:latin typeface="Segoe UI Emoji" panose="020B0502040204020203" pitchFamily="34" charset="0"/>
                <a:ea typeface="Segoe UI Emoji" panose="020B0502040204020203" pitchFamily="34" charset="0"/>
              </a:rPr>
              <a:t>Trend and seasonality analysis indicates: </a:t>
            </a:r>
          </a:p>
          <a:p>
            <a:pPr marL="342900" indent="-342900" algn="just">
              <a:lnSpc>
                <a:spcPct val="150000"/>
              </a:lnSpc>
              <a:buFont typeface="Wingdings" panose="05000000000000000000" pitchFamily="2" charset="2"/>
              <a:buChar char="ü"/>
            </a:pPr>
            <a:r>
              <a:rPr lang="en-US" sz="2000" dirty="0">
                <a:latin typeface="Segoe UI Emoji" panose="020B0502040204020203" pitchFamily="34" charset="0"/>
                <a:ea typeface="Segoe UI Emoji" panose="020B0502040204020203" pitchFamily="34" charset="0"/>
              </a:rPr>
              <a:t> </a:t>
            </a:r>
            <a:r>
              <a:rPr lang="en-US" sz="2000" dirty="0">
                <a:solidFill>
                  <a:schemeClr val="tx1">
                    <a:lumMod val="95000"/>
                    <a:lumOff val="5000"/>
                  </a:schemeClr>
                </a:solidFill>
                <a:latin typeface="Segoe UI Emoji" panose="020B0502040204020203" pitchFamily="34" charset="0"/>
                <a:ea typeface="Segoe UI Emoji" panose="020B0502040204020203" pitchFamily="34" charset="0"/>
              </a:rPr>
              <a:t>Strong demand spikes during holidays and festive seasons </a:t>
            </a:r>
          </a:p>
          <a:p>
            <a:pPr marL="342900" indent="-342900" algn="just">
              <a:lnSpc>
                <a:spcPct val="150000"/>
              </a:lnSpc>
              <a:buFont typeface="Wingdings" panose="05000000000000000000" pitchFamily="2" charset="2"/>
              <a:buChar char="ü"/>
            </a:pPr>
            <a:r>
              <a:rPr lang="en-US" sz="2000" dirty="0">
                <a:solidFill>
                  <a:schemeClr val="tx1">
                    <a:lumMod val="95000"/>
                    <a:lumOff val="5000"/>
                  </a:schemeClr>
                </a:solidFill>
                <a:latin typeface="Segoe UI Emoji" panose="020B0502040204020203" pitchFamily="34" charset="0"/>
                <a:ea typeface="Segoe UI Emoji" panose="020B0502040204020203" pitchFamily="34" charset="0"/>
              </a:rPr>
              <a:t> Consistent revenue decline during off‑peak months </a:t>
            </a:r>
          </a:p>
          <a:p>
            <a:pPr marL="342900" indent="-342900" algn="just">
              <a:lnSpc>
                <a:spcPct val="150000"/>
              </a:lnSpc>
              <a:buFont typeface="Wingdings" panose="05000000000000000000" pitchFamily="2" charset="2"/>
              <a:buChar char="ü"/>
            </a:pPr>
            <a:r>
              <a:rPr lang="en-US" sz="2000" dirty="0">
                <a:solidFill>
                  <a:schemeClr val="tx1">
                    <a:lumMod val="95000"/>
                    <a:lumOff val="5000"/>
                  </a:schemeClr>
                </a:solidFill>
                <a:latin typeface="Segoe UI Emoji" panose="020B0502040204020203" pitchFamily="34" charset="0"/>
                <a:ea typeface="Segoe UI Emoji" panose="020B0502040204020203" pitchFamily="34" charset="0"/>
              </a:rPr>
              <a:t> Predictable booking patterns that can be leveraged for forecasting and promotions</a:t>
            </a:r>
          </a:p>
        </p:txBody>
      </p:sp>
    </p:spTree>
    <p:extLst>
      <p:ext uri="{BB962C8B-B14F-4D97-AF65-F5344CB8AC3E}">
        <p14:creationId xmlns:p14="http://schemas.microsoft.com/office/powerpoint/2010/main" val="700668538"/>
      </p:ext>
    </p:extLst>
  </p:cSld>
  <p:clrMapOvr>
    <a:masterClrMapping/>
  </p:clrMapOvr>
  <mc:AlternateContent xmlns:mc="http://schemas.openxmlformats.org/markup-compatibility/2006" xmlns:p15="http://schemas.microsoft.com/office/powerpoint/2012/main">
    <mc:Choice Requires="p15">
      <p:transition spd="med">
        <p15:prstTrans prst="peelOff" invX="1"/>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anim calcmode="lin" valueType="num">
                                      <p:cBhvr>
                                        <p:cTn id="8" dur="500" fill="hold"/>
                                        <p:tgtEl>
                                          <p:spTgt spid="2"/>
                                        </p:tgtEl>
                                        <p:attrNameLst>
                                          <p:attrName>ppt_x</p:attrName>
                                        </p:attrNameLst>
                                      </p:cBhvr>
                                      <p:tavLst>
                                        <p:tav tm="0">
                                          <p:val>
                                            <p:strVal val="#ppt_x"/>
                                          </p:val>
                                        </p:tav>
                                        <p:tav tm="100000">
                                          <p:val>
                                            <p:strVal val="#ppt_x"/>
                                          </p:val>
                                        </p:tav>
                                      </p:tavLst>
                                    </p:anim>
                                    <p:anim calcmode="lin" valueType="num">
                                      <p:cBhvr>
                                        <p:cTn id="9" dur="5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xEl>
                                              <p:pRg st="0" end="0"/>
                                            </p:txEl>
                                          </p:spTgt>
                                        </p:tgtEl>
                                        <p:attrNameLst>
                                          <p:attrName>style.visibility</p:attrName>
                                        </p:attrNameLst>
                                      </p:cBhvr>
                                      <p:to>
                                        <p:strVal val="visible"/>
                                      </p:to>
                                    </p:set>
                                    <p:animEffect transition="in" filter="fade">
                                      <p:cBhvr>
                                        <p:cTn id="14" dur="500"/>
                                        <p:tgtEl>
                                          <p:spTgt spid="4">
                                            <p:txEl>
                                              <p:pRg st="0" end="0"/>
                                            </p:txEl>
                                          </p:spTgt>
                                        </p:tgtEl>
                                      </p:cBhvr>
                                    </p:animEffect>
                                    <p:anim calcmode="lin" valueType="num">
                                      <p:cBhvr>
                                        <p:cTn id="15"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16" dur="5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4">
                                            <p:txEl>
                                              <p:pRg st="1" end="1"/>
                                            </p:txEl>
                                          </p:spTgt>
                                        </p:tgtEl>
                                        <p:attrNameLst>
                                          <p:attrName>style.visibility</p:attrName>
                                        </p:attrNameLst>
                                      </p:cBhvr>
                                      <p:to>
                                        <p:strVal val="visible"/>
                                      </p:to>
                                    </p:set>
                                    <p:animEffect transition="in" filter="fade">
                                      <p:cBhvr>
                                        <p:cTn id="21" dur="500"/>
                                        <p:tgtEl>
                                          <p:spTgt spid="4">
                                            <p:txEl>
                                              <p:pRg st="1" end="1"/>
                                            </p:txEl>
                                          </p:spTgt>
                                        </p:tgtEl>
                                      </p:cBhvr>
                                    </p:animEffect>
                                    <p:anim calcmode="lin" valueType="num">
                                      <p:cBhvr>
                                        <p:cTn id="22"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23" dur="500" fill="hold"/>
                                        <p:tgtEl>
                                          <p:spTgt spid="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4">
                                            <p:txEl>
                                              <p:pRg st="2" end="2"/>
                                            </p:txEl>
                                          </p:spTgt>
                                        </p:tgtEl>
                                        <p:attrNameLst>
                                          <p:attrName>style.visibility</p:attrName>
                                        </p:attrNameLst>
                                      </p:cBhvr>
                                      <p:to>
                                        <p:strVal val="visible"/>
                                      </p:to>
                                    </p:set>
                                    <p:animEffect transition="in" filter="fade">
                                      <p:cBhvr>
                                        <p:cTn id="28" dur="500"/>
                                        <p:tgtEl>
                                          <p:spTgt spid="4">
                                            <p:txEl>
                                              <p:pRg st="2" end="2"/>
                                            </p:txEl>
                                          </p:spTgt>
                                        </p:tgtEl>
                                      </p:cBhvr>
                                    </p:animEffect>
                                    <p:anim calcmode="lin" valueType="num">
                                      <p:cBhvr>
                                        <p:cTn id="29"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30" dur="5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4">
                                            <p:txEl>
                                              <p:pRg st="3" end="3"/>
                                            </p:txEl>
                                          </p:spTgt>
                                        </p:tgtEl>
                                        <p:attrNameLst>
                                          <p:attrName>style.visibility</p:attrName>
                                        </p:attrNameLst>
                                      </p:cBhvr>
                                      <p:to>
                                        <p:strVal val="visible"/>
                                      </p:to>
                                    </p:set>
                                    <p:animEffect transition="in" filter="fade">
                                      <p:cBhvr>
                                        <p:cTn id="35" dur="500"/>
                                        <p:tgtEl>
                                          <p:spTgt spid="4">
                                            <p:txEl>
                                              <p:pRg st="3" end="3"/>
                                            </p:txEl>
                                          </p:spTgt>
                                        </p:tgtEl>
                                      </p:cBhvr>
                                    </p:animEffect>
                                    <p:anim calcmode="lin" valueType="num">
                                      <p:cBhvr>
                                        <p:cTn id="36"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37" dur="500" fill="hold"/>
                                        <p:tgtEl>
                                          <p:spTgt spid="4">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865FCD-7ED2-D921-DBB1-FDD59580AD75}"/>
              </a:ext>
            </a:extLst>
          </p:cNvPr>
          <p:cNvSpPr>
            <a:spLocks noGrp="1"/>
          </p:cNvSpPr>
          <p:nvPr>
            <p:ph type="title"/>
          </p:nvPr>
        </p:nvSpPr>
        <p:spPr>
          <a:xfrm>
            <a:off x="1226671" y="1511550"/>
            <a:ext cx="8761413" cy="706964"/>
          </a:xfrm>
        </p:spPr>
        <p:txBody>
          <a:bodyPr/>
          <a:lstStyle/>
          <a:p>
            <a:r>
              <a:rPr lang="en-US" dirty="0"/>
              <a:t>Key Insights</a:t>
            </a:r>
            <a:br>
              <a:rPr lang="en-US" dirty="0"/>
            </a:br>
            <a:endParaRPr lang="en-US" dirty="0"/>
          </a:p>
        </p:txBody>
      </p:sp>
      <p:sp>
        <p:nvSpPr>
          <p:cNvPr id="3" name="Slide Number Placeholder 2">
            <a:extLst>
              <a:ext uri="{FF2B5EF4-FFF2-40B4-BE49-F238E27FC236}">
                <a16:creationId xmlns:a16="http://schemas.microsoft.com/office/drawing/2014/main" id="{1CD17445-A1C6-858C-1DCF-E422E7B69772}"/>
              </a:ext>
            </a:extLst>
          </p:cNvPr>
          <p:cNvSpPr>
            <a:spLocks noGrp="1"/>
          </p:cNvSpPr>
          <p:nvPr>
            <p:ph type="sldNum" sz="quarter" idx="12"/>
          </p:nvPr>
        </p:nvSpPr>
        <p:spPr/>
        <p:txBody>
          <a:bodyPr/>
          <a:lstStyle/>
          <a:p>
            <a:fld id="{9FF96B15-8338-45D5-A943-561235072D66}" type="slidenum">
              <a:rPr lang="en-US" noProof="0" smtClean="0"/>
              <a:t>13</a:t>
            </a:fld>
            <a:endParaRPr lang="en-US" noProof="0" dirty="0"/>
          </a:p>
        </p:txBody>
      </p:sp>
      <p:sp>
        <p:nvSpPr>
          <p:cNvPr id="4" name="Text Placeholder 3">
            <a:extLst>
              <a:ext uri="{FF2B5EF4-FFF2-40B4-BE49-F238E27FC236}">
                <a16:creationId xmlns:a16="http://schemas.microsoft.com/office/drawing/2014/main" id="{E738C8D8-C4FC-1670-C914-5AC22C23D3A9}"/>
              </a:ext>
            </a:extLst>
          </p:cNvPr>
          <p:cNvSpPr>
            <a:spLocks noGrp="1"/>
          </p:cNvSpPr>
          <p:nvPr>
            <p:ph type="body" sz="quarter" idx="13"/>
          </p:nvPr>
        </p:nvSpPr>
        <p:spPr/>
        <p:txBody>
          <a:bodyPr>
            <a:normAutofit/>
          </a:bodyPr>
          <a:lstStyle/>
          <a:p>
            <a:pPr marL="342900" indent="-342900" algn="just">
              <a:lnSpc>
                <a:spcPct val="150000"/>
              </a:lnSpc>
              <a:buFont typeface="Wingdings" panose="05000000000000000000" pitchFamily="2" charset="2"/>
              <a:buChar char="ü"/>
            </a:pPr>
            <a:r>
              <a:rPr lang="en-US" sz="2000" dirty="0">
                <a:solidFill>
                  <a:schemeClr val="tx1">
                    <a:lumMod val="95000"/>
                    <a:lumOff val="5000"/>
                  </a:schemeClr>
                </a:solidFill>
                <a:latin typeface="Segoe UI Emoji" panose="020B0502040204020203" pitchFamily="34" charset="0"/>
                <a:ea typeface="Segoe UI Emoji" panose="020B0502040204020203" pitchFamily="34" charset="0"/>
              </a:rPr>
              <a:t>A small group of hotels contributes a large share of total revenue</a:t>
            </a:r>
          </a:p>
          <a:p>
            <a:pPr marL="342900" indent="-342900" algn="just">
              <a:lnSpc>
                <a:spcPct val="150000"/>
              </a:lnSpc>
              <a:buFont typeface="Wingdings" panose="05000000000000000000" pitchFamily="2" charset="2"/>
              <a:buChar char="ü"/>
            </a:pPr>
            <a:r>
              <a:rPr lang="en-US" sz="2000" dirty="0">
                <a:solidFill>
                  <a:schemeClr val="tx1">
                    <a:lumMod val="95000"/>
                    <a:lumOff val="5000"/>
                  </a:schemeClr>
                </a:solidFill>
                <a:latin typeface="Segoe UI Emoji" panose="020B0502040204020203" pitchFamily="34" charset="0"/>
                <a:ea typeface="Segoe UI Emoji" panose="020B0502040204020203" pitchFamily="34" charset="0"/>
              </a:rPr>
              <a:t>Occupancy and revenue are not always directly correlated</a:t>
            </a:r>
          </a:p>
          <a:p>
            <a:pPr marL="342900" indent="-342900" algn="just">
              <a:lnSpc>
                <a:spcPct val="150000"/>
              </a:lnSpc>
              <a:buFont typeface="Wingdings" panose="05000000000000000000" pitchFamily="2" charset="2"/>
              <a:buChar char="ü"/>
            </a:pPr>
            <a:r>
              <a:rPr lang="en-US" sz="2000" dirty="0">
                <a:solidFill>
                  <a:schemeClr val="tx1">
                    <a:lumMod val="95000"/>
                    <a:lumOff val="5000"/>
                  </a:schemeClr>
                </a:solidFill>
                <a:latin typeface="Segoe UI Emoji" panose="020B0502040204020203" pitchFamily="34" charset="0"/>
                <a:ea typeface="Segoe UI Emoji" panose="020B0502040204020203" pitchFamily="34" charset="0"/>
              </a:rPr>
              <a:t>Seasonal demand significantly impacts both bookings and revenue</a:t>
            </a:r>
          </a:p>
          <a:p>
            <a:pPr marL="342900" indent="-342900" algn="just">
              <a:lnSpc>
                <a:spcPct val="150000"/>
              </a:lnSpc>
              <a:buFont typeface="Wingdings" panose="05000000000000000000" pitchFamily="2" charset="2"/>
              <a:buChar char="ü"/>
            </a:pPr>
            <a:r>
              <a:rPr lang="en-US" sz="2000" dirty="0">
                <a:solidFill>
                  <a:schemeClr val="tx1">
                    <a:lumMod val="95000"/>
                    <a:lumOff val="5000"/>
                  </a:schemeClr>
                </a:solidFill>
                <a:latin typeface="Segoe UI Emoji" panose="020B0502040204020203" pitchFamily="34" charset="0"/>
                <a:ea typeface="Segoe UI Emoji" panose="020B0502040204020203" pitchFamily="34" charset="0"/>
              </a:rPr>
              <a:t>Cancellation rates affect realized revenue more than expected</a:t>
            </a:r>
          </a:p>
          <a:p>
            <a:pPr algn="just">
              <a:lnSpc>
                <a:spcPct val="150000"/>
              </a:lnSpc>
            </a:pPr>
            <a:endParaRPr lang="en-US" sz="2000" dirty="0">
              <a:latin typeface="Segoe UI Emoji" panose="020B0502040204020203" pitchFamily="34" charset="0"/>
              <a:ea typeface="Segoe UI Emoji" panose="020B0502040204020203" pitchFamily="34" charset="0"/>
            </a:endParaRPr>
          </a:p>
        </p:txBody>
      </p:sp>
    </p:spTree>
    <p:extLst>
      <p:ext uri="{BB962C8B-B14F-4D97-AF65-F5344CB8AC3E}">
        <p14:creationId xmlns:p14="http://schemas.microsoft.com/office/powerpoint/2010/main" val="1578152007"/>
      </p:ext>
    </p:extLst>
  </p:cSld>
  <p:clrMapOvr>
    <a:masterClrMapping/>
  </p:clrMapOvr>
  <mc:AlternateContent xmlns:mc="http://schemas.openxmlformats.org/markup-compatibility/2006" xmlns:p15="http://schemas.microsoft.com/office/powerpoint/2012/main">
    <mc:Choice Requires="p15">
      <p:transition spd="med">
        <p15:prstTrans prst="peelOff" invX="1"/>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anim calcmode="lin" valueType="num">
                                      <p:cBhvr>
                                        <p:cTn id="8" dur="500" fill="hold"/>
                                        <p:tgtEl>
                                          <p:spTgt spid="2"/>
                                        </p:tgtEl>
                                        <p:attrNameLst>
                                          <p:attrName>ppt_x</p:attrName>
                                        </p:attrNameLst>
                                      </p:cBhvr>
                                      <p:tavLst>
                                        <p:tav tm="0">
                                          <p:val>
                                            <p:strVal val="#ppt_x"/>
                                          </p:val>
                                        </p:tav>
                                        <p:tav tm="100000">
                                          <p:val>
                                            <p:strVal val="#ppt_x"/>
                                          </p:val>
                                        </p:tav>
                                      </p:tavLst>
                                    </p:anim>
                                    <p:anim calcmode="lin" valueType="num">
                                      <p:cBhvr>
                                        <p:cTn id="9" dur="5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xEl>
                                              <p:pRg st="0" end="0"/>
                                            </p:txEl>
                                          </p:spTgt>
                                        </p:tgtEl>
                                        <p:attrNameLst>
                                          <p:attrName>style.visibility</p:attrName>
                                        </p:attrNameLst>
                                      </p:cBhvr>
                                      <p:to>
                                        <p:strVal val="visible"/>
                                      </p:to>
                                    </p:set>
                                    <p:animEffect transition="in" filter="fade">
                                      <p:cBhvr>
                                        <p:cTn id="14" dur="500"/>
                                        <p:tgtEl>
                                          <p:spTgt spid="4">
                                            <p:txEl>
                                              <p:pRg st="0" end="0"/>
                                            </p:txEl>
                                          </p:spTgt>
                                        </p:tgtEl>
                                      </p:cBhvr>
                                    </p:animEffect>
                                    <p:anim calcmode="lin" valueType="num">
                                      <p:cBhvr>
                                        <p:cTn id="15"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16" dur="5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4">
                                            <p:txEl>
                                              <p:pRg st="1" end="1"/>
                                            </p:txEl>
                                          </p:spTgt>
                                        </p:tgtEl>
                                        <p:attrNameLst>
                                          <p:attrName>style.visibility</p:attrName>
                                        </p:attrNameLst>
                                      </p:cBhvr>
                                      <p:to>
                                        <p:strVal val="visible"/>
                                      </p:to>
                                    </p:set>
                                    <p:animEffect transition="in" filter="fade">
                                      <p:cBhvr>
                                        <p:cTn id="21" dur="500"/>
                                        <p:tgtEl>
                                          <p:spTgt spid="4">
                                            <p:txEl>
                                              <p:pRg st="1" end="1"/>
                                            </p:txEl>
                                          </p:spTgt>
                                        </p:tgtEl>
                                      </p:cBhvr>
                                    </p:animEffect>
                                    <p:anim calcmode="lin" valueType="num">
                                      <p:cBhvr>
                                        <p:cTn id="22"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23" dur="500" fill="hold"/>
                                        <p:tgtEl>
                                          <p:spTgt spid="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4">
                                            <p:txEl>
                                              <p:pRg st="2" end="2"/>
                                            </p:txEl>
                                          </p:spTgt>
                                        </p:tgtEl>
                                        <p:attrNameLst>
                                          <p:attrName>style.visibility</p:attrName>
                                        </p:attrNameLst>
                                      </p:cBhvr>
                                      <p:to>
                                        <p:strVal val="visible"/>
                                      </p:to>
                                    </p:set>
                                    <p:animEffect transition="in" filter="fade">
                                      <p:cBhvr>
                                        <p:cTn id="28" dur="500"/>
                                        <p:tgtEl>
                                          <p:spTgt spid="4">
                                            <p:txEl>
                                              <p:pRg st="2" end="2"/>
                                            </p:txEl>
                                          </p:spTgt>
                                        </p:tgtEl>
                                      </p:cBhvr>
                                    </p:animEffect>
                                    <p:anim calcmode="lin" valueType="num">
                                      <p:cBhvr>
                                        <p:cTn id="29"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30" dur="5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4">
                                            <p:txEl>
                                              <p:pRg st="3" end="3"/>
                                            </p:txEl>
                                          </p:spTgt>
                                        </p:tgtEl>
                                        <p:attrNameLst>
                                          <p:attrName>style.visibility</p:attrName>
                                        </p:attrNameLst>
                                      </p:cBhvr>
                                      <p:to>
                                        <p:strVal val="visible"/>
                                      </p:to>
                                    </p:set>
                                    <p:animEffect transition="in" filter="fade">
                                      <p:cBhvr>
                                        <p:cTn id="35" dur="500"/>
                                        <p:tgtEl>
                                          <p:spTgt spid="4">
                                            <p:txEl>
                                              <p:pRg st="3" end="3"/>
                                            </p:txEl>
                                          </p:spTgt>
                                        </p:tgtEl>
                                      </p:cBhvr>
                                    </p:animEffect>
                                    <p:anim calcmode="lin" valueType="num">
                                      <p:cBhvr>
                                        <p:cTn id="36"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37" dur="500" fill="hold"/>
                                        <p:tgtEl>
                                          <p:spTgt spid="4">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89632D-269A-66F5-D038-B3F1086013E5}"/>
              </a:ext>
            </a:extLst>
          </p:cNvPr>
          <p:cNvSpPr>
            <a:spLocks noGrp="1"/>
          </p:cNvSpPr>
          <p:nvPr>
            <p:ph type="title"/>
          </p:nvPr>
        </p:nvSpPr>
        <p:spPr>
          <a:xfrm>
            <a:off x="1163918" y="1520515"/>
            <a:ext cx="8761413" cy="706964"/>
          </a:xfrm>
        </p:spPr>
        <p:txBody>
          <a:bodyPr/>
          <a:lstStyle/>
          <a:p>
            <a:r>
              <a:rPr lang="en-US" dirty="0"/>
              <a:t>Business Problem Identified</a:t>
            </a:r>
            <a:br>
              <a:rPr lang="en-US" dirty="0"/>
            </a:br>
            <a:endParaRPr lang="en-US" dirty="0"/>
          </a:p>
        </p:txBody>
      </p:sp>
      <p:sp>
        <p:nvSpPr>
          <p:cNvPr id="3" name="Slide Number Placeholder 2">
            <a:extLst>
              <a:ext uri="{FF2B5EF4-FFF2-40B4-BE49-F238E27FC236}">
                <a16:creationId xmlns:a16="http://schemas.microsoft.com/office/drawing/2014/main" id="{B9456072-76A7-55F4-4927-70677E1B4DE1}"/>
              </a:ext>
            </a:extLst>
          </p:cNvPr>
          <p:cNvSpPr>
            <a:spLocks noGrp="1"/>
          </p:cNvSpPr>
          <p:nvPr>
            <p:ph type="sldNum" sz="quarter" idx="12"/>
          </p:nvPr>
        </p:nvSpPr>
        <p:spPr/>
        <p:txBody>
          <a:bodyPr/>
          <a:lstStyle/>
          <a:p>
            <a:fld id="{9FF96B15-8338-45D5-A943-561235072D66}" type="slidenum">
              <a:rPr lang="en-US" noProof="0" smtClean="0"/>
              <a:t>14</a:t>
            </a:fld>
            <a:endParaRPr lang="en-US" noProof="0" dirty="0"/>
          </a:p>
        </p:txBody>
      </p:sp>
      <p:sp>
        <p:nvSpPr>
          <p:cNvPr id="4" name="Text Placeholder 3">
            <a:extLst>
              <a:ext uri="{FF2B5EF4-FFF2-40B4-BE49-F238E27FC236}">
                <a16:creationId xmlns:a16="http://schemas.microsoft.com/office/drawing/2014/main" id="{28B42088-54C9-DC9B-211D-640F3F12434F}"/>
              </a:ext>
            </a:extLst>
          </p:cNvPr>
          <p:cNvSpPr>
            <a:spLocks noGrp="1"/>
          </p:cNvSpPr>
          <p:nvPr>
            <p:ph type="body" sz="quarter" idx="13"/>
          </p:nvPr>
        </p:nvSpPr>
        <p:spPr/>
        <p:txBody>
          <a:bodyPr>
            <a:normAutofit/>
          </a:bodyPr>
          <a:lstStyle/>
          <a:p>
            <a:pPr marL="342900" indent="-342900" algn="just">
              <a:lnSpc>
                <a:spcPct val="150000"/>
              </a:lnSpc>
              <a:buFont typeface="Wingdings" panose="05000000000000000000" pitchFamily="2" charset="2"/>
              <a:buChar char="ü"/>
            </a:pPr>
            <a:r>
              <a:rPr lang="en-US" sz="2000" dirty="0">
                <a:solidFill>
                  <a:schemeClr val="tx1">
                    <a:lumMod val="95000"/>
                    <a:lumOff val="5000"/>
                  </a:schemeClr>
                </a:solidFill>
                <a:latin typeface="Segoe UI Emoji" panose="020B0502040204020203" pitchFamily="34" charset="0"/>
                <a:ea typeface="Segoe UI Emoji" panose="020B0502040204020203" pitchFamily="34" charset="0"/>
              </a:rPr>
              <a:t>	Revenue leakage due to high cancellations and no‑shows</a:t>
            </a:r>
          </a:p>
          <a:p>
            <a:pPr marL="342900" indent="-342900" algn="just">
              <a:lnSpc>
                <a:spcPct val="150000"/>
              </a:lnSpc>
              <a:buFont typeface="Wingdings" panose="05000000000000000000" pitchFamily="2" charset="2"/>
              <a:buChar char="ü"/>
            </a:pPr>
            <a:r>
              <a:rPr lang="en-US" sz="2000" dirty="0">
                <a:solidFill>
                  <a:schemeClr val="tx1">
                    <a:lumMod val="95000"/>
                    <a:lumOff val="5000"/>
                  </a:schemeClr>
                </a:solidFill>
                <a:latin typeface="Segoe UI Emoji" panose="020B0502040204020203" pitchFamily="34" charset="0"/>
                <a:ea typeface="Segoe UI Emoji" panose="020B0502040204020203" pitchFamily="34" charset="0"/>
              </a:rPr>
              <a:t>	Inefficient pricing strategies during low‑demand periods</a:t>
            </a:r>
          </a:p>
          <a:p>
            <a:pPr marL="342900" indent="-342900" algn="just">
              <a:lnSpc>
                <a:spcPct val="150000"/>
              </a:lnSpc>
              <a:buFont typeface="Wingdings" panose="05000000000000000000" pitchFamily="2" charset="2"/>
              <a:buChar char="ü"/>
            </a:pPr>
            <a:r>
              <a:rPr lang="en-US" sz="2000" dirty="0">
                <a:solidFill>
                  <a:schemeClr val="tx1">
                    <a:lumMod val="95000"/>
                    <a:lumOff val="5000"/>
                  </a:schemeClr>
                </a:solidFill>
                <a:latin typeface="Segoe UI Emoji" panose="020B0502040204020203" pitchFamily="34" charset="0"/>
                <a:ea typeface="Segoe UI Emoji" panose="020B0502040204020203" pitchFamily="34" charset="0"/>
              </a:rPr>
              <a:t>	Underutilized hotel capacity in specific cities</a:t>
            </a:r>
          </a:p>
          <a:p>
            <a:pPr marL="342900" indent="-342900" algn="just">
              <a:lnSpc>
                <a:spcPct val="150000"/>
              </a:lnSpc>
              <a:buFont typeface="Wingdings" panose="05000000000000000000" pitchFamily="2" charset="2"/>
              <a:buChar char="ü"/>
            </a:pPr>
            <a:r>
              <a:rPr lang="en-US" sz="2000" dirty="0">
                <a:solidFill>
                  <a:schemeClr val="tx1">
                    <a:lumMod val="95000"/>
                    <a:lumOff val="5000"/>
                  </a:schemeClr>
                </a:solidFill>
                <a:latin typeface="Segoe UI Emoji" panose="020B0502040204020203" pitchFamily="34" charset="0"/>
                <a:ea typeface="Segoe UI Emoji" panose="020B0502040204020203" pitchFamily="34" charset="0"/>
              </a:rPr>
              <a:t>	Limited proactive planning for seasonal fluctuations</a:t>
            </a:r>
          </a:p>
          <a:p>
            <a:pPr marL="342900" indent="-342900" algn="just">
              <a:lnSpc>
                <a:spcPct val="150000"/>
              </a:lnSpc>
              <a:buFont typeface="Wingdings" panose="05000000000000000000" pitchFamily="2" charset="2"/>
              <a:buChar char="ü"/>
            </a:pPr>
            <a:endParaRPr lang="en-US" sz="2000" dirty="0">
              <a:solidFill>
                <a:schemeClr val="tx1">
                  <a:lumMod val="95000"/>
                  <a:lumOff val="5000"/>
                </a:schemeClr>
              </a:solidFill>
              <a:latin typeface="Segoe UI Emoji" panose="020B0502040204020203" pitchFamily="34" charset="0"/>
              <a:ea typeface="Segoe UI Emoji" panose="020B0502040204020203" pitchFamily="34" charset="0"/>
            </a:endParaRPr>
          </a:p>
        </p:txBody>
      </p:sp>
    </p:spTree>
    <p:extLst>
      <p:ext uri="{BB962C8B-B14F-4D97-AF65-F5344CB8AC3E}">
        <p14:creationId xmlns:p14="http://schemas.microsoft.com/office/powerpoint/2010/main" val="2112700490"/>
      </p:ext>
    </p:extLst>
  </p:cSld>
  <p:clrMapOvr>
    <a:masterClrMapping/>
  </p:clrMapOvr>
  <mc:AlternateContent xmlns:mc="http://schemas.openxmlformats.org/markup-compatibility/2006" xmlns:p15="http://schemas.microsoft.com/office/powerpoint/2012/main">
    <mc:Choice Requires="p15">
      <p:transition spd="med">
        <p15:prstTrans prst="peelOff" invX="1"/>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anim calcmode="lin" valueType="num">
                                      <p:cBhvr>
                                        <p:cTn id="8" dur="500" fill="hold"/>
                                        <p:tgtEl>
                                          <p:spTgt spid="2"/>
                                        </p:tgtEl>
                                        <p:attrNameLst>
                                          <p:attrName>ppt_x</p:attrName>
                                        </p:attrNameLst>
                                      </p:cBhvr>
                                      <p:tavLst>
                                        <p:tav tm="0">
                                          <p:val>
                                            <p:strVal val="#ppt_x"/>
                                          </p:val>
                                        </p:tav>
                                        <p:tav tm="100000">
                                          <p:val>
                                            <p:strVal val="#ppt_x"/>
                                          </p:val>
                                        </p:tav>
                                      </p:tavLst>
                                    </p:anim>
                                    <p:anim calcmode="lin" valueType="num">
                                      <p:cBhvr>
                                        <p:cTn id="9" dur="5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xEl>
                                              <p:pRg st="0" end="0"/>
                                            </p:txEl>
                                          </p:spTgt>
                                        </p:tgtEl>
                                        <p:attrNameLst>
                                          <p:attrName>style.visibility</p:attrName>
                                        </p:attrNameLst>
                                      </p:cBhvr>
                                      <p:to>
                                        <p:strVal val="visible"/>
                                      </p:to>
                                    </p:set>
                                    <p:animEffect transition="in" filter="fade">
                                      <p:cBhvr>
                                        <p:cTn id="14" dur="500"/>
                                        <p:tgtEl>
                                          <p:spTgt spid="4">
                                            <p:txEl>
                                              <p:pRg st="0" end="0"/>
                                            </p:txEl>
                                          </p:spTgt>
                                        </p:tgtEl>
                                      </p:cBhvr>
                                    </p:animEffect>
                                    <p:anim calcmode="lin" valueType="num">
                                      <p:cBhvr>
                                        <p:cTn id="15"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16" dur="5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4">
                                            <p:txEl>
                                              <p:pRg st="1" end="1"/>
                                            </p:txEl>
                                          </p:spTgt>
                                        </p:tgtEl>
                                        <p:attrNameLst>
                                          <p:attrName>style.visibility</p:attrName>
                                        </p:attrNameLst>
                                      </p:cBhvr>
                                      <p:to>
                                        <p:strVal val="visible"/>
                                      </p:to>
                                    </p:set>
                                    <p:animEffect transition="in" filter="fade">
                                      <p:cBhvr>
                                        <p:cTn id="21" dur="500"/>
                                        <p:tgtEl>
                                          <p:spTgt spid="4">
                                            <p:txEl>
                                              <p:pRg st="1" end="1"/>
                                            </p:txEl>
                                          </p:spTgt>
                                        </p:tgtEl>
                                      </p:cBhvr>
                                    </p:animEffect>
                                    <p:anim calcmode="lin" valueType="num">
                                      <p:cBhvr>
                                        <p:cTn id="22"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23" dur="500" fill="hold"/>
                                        <p:tgtEl>
                                          <p:spTgt spid="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4">
                                            <p:txEl>
                                              <p:pRg st="2" end="2"/>
                                            </p:txEl>
                                          </p:spTgt>
                                        </p:tgtEl>
                                        <p:attrNameLst>
                                          <p:attrName>style.visibility</p:attrName>
                                        </p:attrNameLst>
                                      </p:cBhvr>
                                      <p:to>
                                        <p:strVal val="visible"/>
                                      </p:to>
                                    </p:set>
                                    <p:animEffect transition="in" filter="fade">
                                      <p:cBhvr>
                                        <p:cTn id="28" dur="500"/>
                                        <p:tgtEl>
                                          <p:spTgt spid="4">
                                            <p:txEl>
                                              <p:pRg st="2" end="2"/>
                                            </p:txEl>
                                          </p:spTgt>
                                        </p:tgtEl>
                                      </p:cBhvr>
                                    </p:animEffect>
                                    <p:anim calcmode="lin" valueType="num">
                                      <p:cBhvr>
                                        <p:cTn id="29"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30" dur="5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4">
                                            <p:txEl>
                                              <p:pRg st="3" end="3"/>
                                            </p:txEl>
                                          </p:spTgt>
                                        </p:tgtEl>
                                        <p:attrNameLst>
                                          <p:attrName>style.visibility</p:attrName>
                                        </p:attrNameLst>
                                      </p:cBhvr>
                                      <p:to>
                                        <p:strVal val="visible"/>
                                      </p:to>
                                    </p:set>
                                    <p:animEffect transition="in" filter="fade">
                                      <p:cBhvr>
                                        <p:cTn id="35" dur="500"/>
                                        <p:tgtEl>
                                          <p:spTgt spid="4">
                                            <p:txEl>
                                              <p:pRg st="3" end="3"/>
                                            </p:txEl>
                                          </p:spTgt>
                                        </p:tgtEl>
                                      </p:cBhvr>
                                    </p:animEffect>
                                    <p:anim calcmode="lin" valueType="num">
                                      <p:cBhvr>
                                        <p:cTn id="36"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37" dur="500" fill="hold"/>
                                        <p:tgtEl>
                                          <p:spTgt spid="4">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2CD89B-34AE-818D-CDD8-BD882A0F7326}"/>
              </a:ext>
            </a:extLst>
          </p:cNvPr>
          <p:cNvSpPr>
            <a:spLocks noGrp="1"/>
          </p:cNvSpPr>
          <p:nvPr>
            <p:ph type="title"/>
          </p:nvPr>
        </p:nvSpPr>
        <p:spPr>
          <a:xfrm>
            <a:off x="993589" y="1466727"/>
            <a:ext cx="8761413" cy="706964"/>
          </a:xfrm>
        </p:spPr>
        <p:txBody>
          <a:bodyPr/>
          <a:lstStyle/>
          <a:p>
            <a:r>
              <a:rPr lang="en-US" dirty="0"/>
              <a:t>Business Development Opportunities</a:t>
            </a:r>
            <a:br>
              <a:rPr lang="en-US" dirty="0"/>
            </a:br>
            <a:endParaRPr lang="en-US" dirty="0"/>
          </a:p>
        </p:txBody>
      </p:sp>
      <p:sp>
        <p:nvSpPr>
          <p:cNvPr id="3" name="Slide Number Placeholder 2">
            <a:extLst>
              <a:ext uri="{FF2B5EF4-FFF2-40B4-BE49-F238E27FC236}">
                <a16:creationId xmlns:a16="http://schemas.microsoft.com/office/drawing/2014/main" id="{E4AC4A1C-DEC0-A3C1-D2B8-CDF2EE89DA1C}"/>
              </a:ext>
            </a:extLst>
          </p:cNvPr>
          <p:cNvSpPr>
            <a:spLocks noGrp="1"/>
          </p:cNvSpPr>
          <p:nvPr>
            <p:ph type="sldNum" sz="quarter" idx="12"/>
          </p:nvPr>
        </p:nvSpPr>
        <p:spPr/>
        <p:txBody>
          <a:bodyPr/>
          <a:lstStyle/>
          <a:p>
            <a:fld id="{9FF96B15-8338-45D5-A943-561235072D66}" type="slidenum">
              <a:rPr lang="en-US" noProof="0" smtClean="0"/>
              <a:t>15</a:t>
            </a:fld>
            <a:endParaRPr lang="en-US" noProof="0" dirty="0"/>
          </a:p>
        </p:txBody>
      </p:sp>
      <p:sp>
        <p:nvSpPr>
          <p:cNvPr id="4" name="Text Placeholder 3">
            <a:extLst>
              <a:ext uri="{FF2B5EF4-FFF2-40B4-BE49-F238E27FC236}">
                <a16:creationId xmlns:a16="http://schemas.microsoft.com/office/drawing/2014/main" id="{07E9E14F-C4F8-16ED-5BD0-5FAF1126B5B5}"/>
              </a:ext>
            </a:extLst>
          </p:cNvPr>
          <p:cNvSpPr>
            <a:spLocks noGrp="1"/>
          </p:cNvSpPr>
          <p:nvPr>
            <p:ph type="body" sz="quarter" idx="13"/>
          </p:nvPr>
        </p:nvSpPr>
        <p:spPr/>
        <p:txBody>
          <a:bodyPr>
            <a:normAutofit/>
          </a:bodyPr>
          <a:lstStyle/>
          <a:p>
            <a:pPr marL="342900" indent="-342900" algn="just">
              <a:lnSpc>
                <a:spcPct val="150000"/>
              </a:lnSpc>
              <a:buFont typeface="Wingdings" panose="05000000000000000000" pitchFamily="2" charset="2"/>
              <a:buChar char="ü"/>
            </a:pPr>
            <a:r>
              <a:rPr lang="en-US" sz="2000" dirty="0">
                <a:solidFill>
                  <a:schemeClr val="tx1">
                    <a:lumMod val="95000"/>
                    <a:lumOff val="5000"/>
                  </a:schemeClr>
                </a:solidFill>
                <a:latin typeface="Segoe UI Emoji" panose="020B0502040204020203" pitchFamily="34" charset="0"/>
                <a:ea typeface="Segoe UI Emoji" panose="020B0502040204020203" pitchFamily="34" charset="0"/>
              </a:rPr>
              <a:t>	Implement dynamic pricing based on demand and seasonality</a:t>
            </a:r>
          </a:p>
          <a:p>
            <a:pPr marL="342900" indent="-342900" algn="just">
              <a:lnSpc>
                <a:spcPct val="150000"/>
              </a:lnSpc>
              <a:buFont typeface="Wingdings" panose="05000000000000000000" pitchFamily="2" charset="2"/>
              <a:buChar char="ü"/>
            </a:pPr>
            <a:r>
              <a:rPr lang="en-US" sz="2000" dirty="0">
                <a:solidFill>
                  <a:schemeClr val="tx1">
                    <a:lumMod val="95000"/>
                    <a:lumOff val="5000"/>
                  </a:schemeClr>
                </a:solidFill>
                <a:latin typeface="Segoe UI Emoji" panose="020B0502040204020203" pitchFamily="34" charset="0"/>
                <a:ea typeface="Segoe UI Emoji" panose="020B0502040204020203" pitchFamily="34" charset="0"/>
              </a:rPr>
              <a:t>	Introduce targeted promotions for low‑occupancy hotels</a:t>
            </a:r>
          </a:p>
          <a:p>
            <a:pPr marL="342900" indent="-342900" algn="just">
              <a:lnSpc>
                <a:spcPct val="150000"/>
              </a:lnSpc>
              <a:buFont typeface="Wingdings" panose="05000000000000000000" pitchFamily="2" charset="2"/>
              <a:buChar char="ü"/>
            </a:pPr>
            <a:r>
              <a:rPr lang="en-US" sz="2000" dirty="0">
                <a:solidFill>
                  <a:schemeClr val="tx1">
                    <a:lumMod val="95000"/>
                    <a:lumOff val="5000"/>
                  </a:schemeClr>
                </a:solidFill>
                <a:latin typeface="Segoe UI Emoji" panose="020B0502040204020203" pitchFamily="34" charset="0"/>
                <a:ea typeface="Segoe UI Emoji" panose="020B0502040204020203" pitchFamily="34" charset="0"/>
              </a:rPr>
              <a:t>	Upsell premium rooms and add‑on services in high‑demand locations</a:t>
            </a:r>
          </a:p>
          <a:p>
            <a:pPr marL="342900" indent="-342900" algn="just">
              <a:lnSpc>
                <a:spcPct val="150000"/>
              </a:lnSpc>
              <a:buFont typeface="Wingdings" panose="05000000000000000000" pitchFamily="2" charset="2"/>
              <a:buChar char="ü"/>
            </a:pPr>
            <a:r>
              <a:rPr lang="en-US" sz="2000" dirty="0">
                <a:solidFill>
                  <a:schemeClr val="tx1">
                    <a:lumMod val="95000"/>
                    <a:lumOff val="5000"/>
                  </a:schemeClr>
                </a:solidFill>
                <a:latin typeface="Segoe UI Emoji" panose="020B0502040204020203" pitchFamily="34" charset="0"/>
                <a:ea typeface="Segoe UI Emoji" panose="020B0502040204020203" pitchFamily="34" charset="0"/>
              </a:rPr>
              <a:t>	Use customer booking behavior for segmentation and personalized offers</a:t>
            </a:r>
          </a:p>
          <a:p>
            <a:pPr marL="342900" indent="-342900" algn="just">
              <a:lnSpc>
                <a:spcPct val="150000"/>
              </a:lnSpc>
              <a:buFont typeface="Wingdings" panose="05000000000000000000" pitchFamily="2" charset="2"/>
              <a:buChar char="ü"/>
            </a:pPr>
            <a:endParaRPr lang="en-US" sz="2000" dirty="0">
              <a:solidFill>
                <a:schemeClr val="tx1">
                  <a:lumMod val="95000"/>
                  <a:lumOff val="5000"/>
                </a:schemeClr>
              </a:solidFill>
              <a:latin typeface="Segoe UI Emoji" panose="020B0502040204020203" pitchFamily="34" charset="0"/>
              <a:ea typeface="Segoe UI Emoji" panose="020B0502040204020203" pitchFamily="34" charset="0"/>
            </a:endParaRPr>
          </a:p>
        </p:txBody>
      </p:sp>
    </p:spTree>
    <p:extLst>
      <p:ext uri="{BB962C8B-B14F-4D97-AF65-F5344CB8AC3E}">
        <p14:creationId xmlns:p14="http://schemas.microsoft.com/office/powerpoint/2010/main" val="569585423"/>
      </p:ext>
    </p:extLst>
  </p:cSld>
  <p:clrMapOvr>
    <a:masterClrMapping/>
  </p:clrMapOvr>
  <mc:AlternateContent xmlns:mc="http://schemas.openxmlformats.org/markup-compatibility/2006" xmlns:p15="http://schemas.microsoft.com/office/powerpoint/2012/main">
    <mc:Choice Requires="p15">
      <p:transition spd="med">
        <p15:prstTrans prst="peelOff" invX="1"/>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anim calcmode="lin" valueType="num">
                                      <p:cBhvr>
                                        <p:cTn id="8" dur="500" fill="hold"/>
                                        <p:tgtEl>
                                          <p:spTgt spid="2"/>
                                        </p:tgtEl>
                                        <p:attrNameLst>
                                          <p:attrName>ppt_x</p:attrName>
                                        </p:attrNameLst>
                                      </p:cBhvr>
                                      <p:tavLst>
                                        <p:tav tm="0">
                                          <p:val>
                                            <p:strVal val="#ppt_x"/>
                                          </p:val>
                                        </p:tav>
                                        <p:tav tm="100000">
                                          <p:val>
                                            <p:strVal val="#ppt_x"/>
                                          </p:val>
                                        </p:tav>
                                      </p:tavLst>
                                    </p:anim>
                                    <p:anim calcmode="lin" valueType="num">
                                      <p:cBhvr>
                                        <p:cTn id="9" dur="5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xEl>
                                              <p:pRg st="0" end="0"/>
                                            </p:txEl>
                                          </p:spTgt>
                                        </p:tgtEl>
                                        <p:attrNameLst>
                                          <p:attrName>style.visibility</p:attrName>
                                        </p:attrNameLst>
                                      </p:cBhvr>
                                      <p:to>
                                        <p:strVal val="visible"/>
                                      </p:to>
                                    </p:set>
                                    <p:animEffect transition="in" filter="fade">
                                      <p:cBhvr>
                                        <p:cTn id="14" dur="500"/>
                                        <p:tgtEl>
                                          <p:spTgt spid="4">
                                            <p:txEl>
                                              <p:pRg st="0" end="0"/>
                                            </p:txEl>
                                          </p:spTgt>
                                        </p:tgtEl>
                                      </p:cBhvr>
                                    </p:animEffect>
                                    <p:anim calcmode="lin" valueType="num">
                                      <p:cBhvr>
                                        <p:cTn id="15"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16" dur="5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4">
                                            <p:txEl>
                                              <p:pRg st="1" end="1"/>
                                            </p:txEl>
                                          </p:spTgt>
                                        </p:tgtEl>
                                        <p:attrNameLst>
                                          <p:attrName>style.visibility</p:attrName>
                                        </p:attrNameLst>
                                      </p:cBhvr>
                                      <p:to>
                                        <p:strVal val="visible"/>
                                      </p:to>
                                    </p:set>
                                    <p:animEffect transition="in" filter="fade">
                                      <p:cBhvr>
                                        <p:cTn id="21" dur="500"/>
                                        <p:tgtEl>
                                          <p:spTgt spid="4">
                                            <p:txEl>
                                              <p:pRg st="1" end="1"/>
                                            </p:txEl>
                                          </p:spTgt>
                                        </p:tgtEl>
                                      </p:cBhvr>
                                    </p:animEffect>
                                    <p:anim calcmode="lin" valueType="num">
                                      <p:cBhvr>
                                        <p:cTn id="22"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23" dur="500" fill="hold"/>
                                        <p:tgtEl>
                                          <p:spTgt spid="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4">
                                            <p:txEl>
                                              <p:pRg st="2" end="2"/>
                                            </p:txEl>
                                          </p:spTgt>
                                        </p:tgtEl>
                                        <p:attrNameLst>
                                          <p:attrName>style.visibility</p:attrName>
                                        </p:attrNameLst>
                                      </p:cBhvr>
                                      <p:to>
                                        <p:strVal val="visible"/>
                                      </p:to>
                                    </p:set>
                                    <p:animEffect transition="in" filter="fade">
                                      <p:cBhvr>
                                        <p:cTn id="28" dur="500"/>
                                        <p:tgtEl>
                                          <p:spTgt spid="4">
                                            <p:txEl>
                                              <p:pRg st="2" end="2"/>
                                            </p:txEl>
                                          </p:spTgt>
                                        </p:tgtEl>
                                      </p:cBhvr>
                                    </p:animEffect>
                                    <p:anim calcmode="lin" valueType="num">
                                      <p:cBhvr>
                                        <p:cTn id="29"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30" dur="5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4">
                                            <p:txEl>
                                              <p:pRg st="3" end="3"/>
                                            </p:txEl>
                                          </p:spTgt>
                                        </p:tgtEl>
                                        <p:attrNameLst>
                                          <p:attrName>style.visibility</p:attrName>
                                        </p:attrNameLst>
                                      </p:cBhvr>
                                      <p:to>
                                        <p:strVal val="visible"/>
                                      </p:to>
                                    </p:set>
                                    <p:animEffect transition="in" filter="fade">
                                      <p:cBhvr>
                                        <p:cTn id="35" dur="500"/>
                                        <p:tgtEl>
                                          <p:spTgt spid="4">
                                            <p:txEl>
                                              <p:pRg st="3" end="3"/>
                                            </p:txEl>
                                          </p:spTgt>
                                        </p:tgtEl>
                                      </p:cBhvr>
                                    </p:animEffect>
                                    <p:anim calcmode="lin" valueType="num">
                                      <p:cBhvr>
                                        <p:cTn id="36"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37" dur="500" fill="hold"/>
                                        <p:tgtEl>
                                          <p:spTgt spid="4">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1DF146-D4AA-3F58-272E-072DFCC9EE30}"/>
              </a:ext>
            </a:extLst>
          </p:cNvPr>
          <p:cNvSpPr>
            <a:spLocks noGrp="1"/>
          </p:cNvSpPr>
          <p:nvPr>
            <p:ph type="title"/>
          </p:nvPr>
        </p:nvSpPr>
        <p:spPr>
          <a:xfrm>
            <a:off x="1154953" y="1484656"/>
            <a:ext cx="8761413" cy="706964"/>
          </a:xfrm>
        </p:spPr>
        <p:txBody>
          <a:bodyPr/>
          <a:lstStyle/>
          <a:p>
            <a:r>
              <a:rPr lang="en-US" dirty="0"/>
              <a:t>Recommendations</a:t>
            </a:r>
            <a:br>
              <a:rPr lang="en-US" dirty="0"/>
            </a:br>
            <a:endParaRPr lang="en-US" dirty="0"/>
          </a:p>
        </p:txBody>
      </p:sp>
      <p:sp>
        <p:nvSpPr>
          <p:cNvPr id="3" name="Slide Number Placeholder 2">
            <a:extLst>
              <a:ext uri="{FF2B5EF4-FFF2-40B4-BE49-F238E27FC236}">
                <a16:creationId xmlns:a16="http://schemas.microsoft.com/office/drawing/2014/main" id="{940ED6F3-AC1E-2C30-3044-3BAB7B900D16}"/>
              </a:ext>
            </a:extLst>
          </p:cNvPr>
          <p:cNvSpPr>
            <a:spLocks noGrp="1"/>
          </p:cNvSpPr>
          <p:nvPr>
            <p:ph type="sldNum" sz="quarter" idx="12"/>
          </p:nvPr>
        </p:nvSpPr>
        <p:spPr/>
        <p:txBody>
          <a:bodyPr/>
          <a:lstStyle/>
          <a:p>
            <a:fld id="{9FF96B15-8338-45D5-A943-561235072D66}" type="slidenum">
              <a:rPr lang="en-US" noProof="0" smtClean="0"/>
              <a:t>16</a:t>
            </a:fld>
            <a:endParaRPr lang="en-US" noProof="0" dirty="0"/>
          </a:p>
        </p:txBody>
      </p:sp>
      <p:sp>
        <p:nvSpPr>
          <p:cNvPr id="4" name="Text Placeholder 3">
            <a:extLst>
              <a:ext uri="{FF2B5EF4-FFF2-40B4-BE49-F238E27FC236}">
                <a16:creationId xmlns:a16="http://schemas.microsoft.com/office/drawing/2014/main" id="{4C6837E8-993E-297C-A607-59D76274ADC6}"/>
              </a:ext>
            </a:extLst>
          </p:cNvPr>
          <p:cNvSpPr>
            <a:spLocks noGrp="1"/>
          </p:cNvSpPr>
          <p:nvPr>
            <p:ph type="body" sz="quarter" idx="13"/>
          </p:nvPr>
        </p:nvSpPr>
        <p:spPr>
          <a:xfrm>
            <a:off x="1764150" y="2648698"/>
            <a:ext cx="8663700" cy="3477682"/>
          </a:xfrm>
        </p:spPr>
        <p:txBody>
          <a:bodyPr>
            <a:normAutofit/>
          </a:bodyPr>
          <a:lstStyle/>
          <a:p>
            <a:pPr marL="342900" indent="-342900" algn="just">
              <a:lnSpc>
                <a:spcPct val="150000"/>
              </a:lnSpc>
              <a:buFont typeface="Wingdings" panose="05000000000000000000" pitchFamily="2" charset="2"/>
              <a:buChar char="ü"/>
            </a:pPr>
            <a:r>
              <a:rPr lang="en-US" sz="2000" dirty="0">
                <a:solidFill>
                  <a:schemeClr val="tx1">
                    <a:lumMod val="95000"/>
                    <a:lumOff val="5000"/>
                  </a:schemeClr>
                </a:solidFill>
                <a:latin typeface="Segoe UI Emoji" panose="020B0502040204020203" pitchFamily="34" charset="0"/>
                <a:ea typeface="Segoe UI Emoji" panose="020B0502040204020203" pitchFamily="34" charset="0"/>
              </a:rPr>
              <a:t>	Reduce cancellations through stricter policies or advance payment incentives</a:t>
            </a:r>
          </a:p>
          <a:p>
            <a:pPr marL="342900" indent="-342900" algn="just">
              <a:lnSpc>
                <a:spcPct val="150000"/>
              </a:lnSpc>
              <a:buFont typeface="Wingdings" panose="05000000000000000000" pitchFamily="2" charset="2"/>
              <a:buChar char="ü"/>
            </a:pPr>
            <a:r>
              <a:rPr lang="en-US" sz="2000" dirty="0">
                <a:solidFill>
                  <a:schemeClr val="tx1">
                    <a:lumMod val="95000"/>
                    <a:lumOff val="5000"/>
                  </a:schemeClr>
                </a:solidFill>
                <a:latin typeface="Segoe UI Emoji" panose="020B0502040204020203" pitchFamily="34" charset="0"/>
                <a:ea typeface="Segoe UI Emoji" panose="020B0502040204020203" pitchFamily="34" charset="0"/>
              </a:rPr>
              <a:t>	Focus marketing spend on high‑potential but underperforming cities</a:t>
            </a:r>
          </a:p>
          <a:p>
            <a:pPr marL="342900" indent="-342900" algn="just">
              <a:lnSpc>
                <a:spcPct val="150000"/>
              </a:lnSpc>
              <a:buFont typeface="Wingdings" panose="05000000000000000000" pitchFamily="2" charset="2"/>
              <a:buChar char="ü"/>
            </a:pPr>
            <a:r>
              <a:rPr lang="en-US" sz="2000" dirty="0">
                <a:solidFill>
                  <a:schemeClr val="tx1">
                    <a:lumMod val="95000"/>
                    <a:lumOff val="5000"/>
                  </a:schemeClr>
                </a:solidFill>
                <a:latin typeface="Segoe UI Emoji" panose="020B0502040204020203" pitchFamily="34" charset="0"/>
                <a:ea typeface="Segoe UI Emoji" panose="020B0502040204020203" pitchFamily="34" charset="0"/>
              </a:rPr>
              <a:t>	Use predictive forecasting for better inventory and staffing planning</a:t>
            </a:r>
          </a:p>
          <a:p>
            <a:pPr marL="342900" indent="-342900" algn="just">
              <a:lnSpc>
                <a:spcPct val="150000"/>
              </a:lnSpc>
              <a:buFont typeface="Wingdings" panose="05000000000000000000" pitchFamily="2" charset="2"/>
              <a:buChar char="ü"/>
            </a:pPr>
            <a:r>
              <a:rPr lang="en-US" sz="2000" dirty="0">
                <a:solidFill>
                  <a:schemeClr val="tx1">
                    <a:lumMod val="95000"/>
                    <a:lumOff val="5000"/>
                  </a:schemeClr>
                </a:solidFill>
                <a:latin typeface="Segoe UI Emoji" panose="020B0502040204020203" pitchFamily="34" charset="0"/>
                <a:ea typeface="Segoe UI Emoji" panose="020B0502040204020203" pitchFamily="34" charset="0"/>
              </a:rPr>
              <a:t>	Regularly monitor KPIs using the Power BI dashboard for real‑time decisions</a:t>
            </a:r>
          </a:p>
          <a:p>
            <a:pPr marL="342900" indent="-342900" algn="just">
              <a:lnSpc>
                <a:spcPct val="150000"/>
              </a:lnSpc>
              <a:buFont typeface="Wingdings" panose="05000000000000000000" pitchFamily="2" charset="2"/>
              <a:buChar char="ü"/>
            </a:pPr>
            <a:endParaRPr lang="en-US" sz="2000" dirty="0">
              <a:solidFill>
                <a:schemeClr val="tx1">
                  <a:lumMod val="95000"/>
                  <a:lumOff val="5000"/>
                </a:schemeClr>
              </a:solidFill>
              <a:latin typeface="Segoe UI Emoji" panose="020B0502040204020203" pitchFamily="34" charset="0"/>
              <a:ea typeface="Segoe UI Emoji" panose="020B0502040204020203" pitchFamily="34" charset="0"/>
            </a:endParaRPr>
          </a:p>
        </p:txBody>
      </p:sp>
    </p:spTree>
    <p:extLst>
      <p:ext uri="{BB962C8B-B14F-4D97-AF65-F5344CB8AC3E}">
        <p14:creationId xmlns:p14="http://schemas.microsoft.com/office/powerpoint/2010/main" val="2631334971"/>
      </p:ext>
    </p:extLst>
  </p:cSld>
  <p:clrMapOvr>
    <a:masterClrMapping/>
  </p:clrMapOvr>
  <mc:AlternateContent xmlns:mc="http://schemas.openxmlformats.org/markup-compatibility/2006" xmlns:p15="http://schemas.microsoft.com/office/powerpoint/2012/main">
    <mc:Choice Requires="p15">
      <p:transition spd="med">
        <p15:prstTrans prst="peelOff" invX="1"/>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anim calcmode="lin" valueType="num">
                                      <p:cBhvr>
                                        <p:cTn id="8" dur="500" fill="hold"/>
                                        <p:tgtEl>
                                          <p:spTgt spid="2"/>
                                        </p:tgtEl>
                                        <p:attrNameLst>
                                          <p:attrName>ppt_x</p:attrName>
                                        </p:attrNameLst>
                                      </p:cBhvr>
                                      <p:tavLst>
                                        <p:tav tm="0">
                                          <p:val>
                                            <p:strVal val="#ppt_x"/>
                                          </p:val>
                                        </p:tav>
                                        <p:tav tm="100000">
                                          <p:val>
                                            <p:strVal val="#ppt_x"/>
                                          </p:val>
                                        </p:tav>
                                      </p:tavLst>
                                    </p:anim>
                                    <p:anim calcmode="lin" valueType="num">
                                      <p:cBhvr>
                                        <p:cTn id="9" dur="5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xEl>
                                              <p:pRg st="0" end="0"/>
                                            </p:txEl>
                                          </p:spTgt>
                                        </p:tgtEl>
                                        <p:attrNameLst>
                                          <p:attrName>style.visibility</p:attrName>
                                        </p:attrNameLst>
                                      </p:cBhvr>
                                      <p:to>
                                        <p:strVal val="visible"/>
                                      </p:to>
                                    </p:set>
                                    <p:animEffect transition="in" filter="fade">
                                      <p:cBhvr>
                                        <p:cTn id="14" dur="500"/>
                                        <p:tgtEl>
                                          <p:spTgt spid="4">
                                            <p:txEl>
                                              <p:pRg st="0" end="0"/>
                                            </p:txEl>
                                          </p:spTgt>
                                        </p:tgtEl>
                                      </p:cBhvr>
                                    </p:animEffect>
                                    <p:anim calcmode="lin" valueType="num">
                                      <p:cBhvr>
                                        <p:cTn id="15"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16" dur="5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4">
                                            <p:txEl>
                                              <p:pRg st="1" end="1"/>
                                            </p:txEl>
                                          </p:spTgt>
                                        </p:tgtEl>
                                        <p:attrNameLst>
                                          <p:attrName>style.visibility</p:attrName>
                                        </p:attrNameLst>
                                      </p:cBhvr>
                                      <p:to>
                                        <p:strVal val="visible"/>
                                      </p:to>
                                    </p:set>
                                    <p:animEffect transition="in" filter="fade">
                                      <p:cBhvr>
                                        <p:cTn id="21" dur="500"/>
                                        <p:tgtEl>
                                          <p:spTgt spid="4">
                                            <p:txEl>
                                              <p:pRg st="1" end="1"/>
                                            </p:txEl>
                                          </p:spTgt>
                                        </p:tgtEl>
                                      </p:cBhvr>
                                    </p:animEffect>
                                    <p:anim calcmode="lin" valueType="num">
                                      <p:cBhvr>
                                        <p:cTn id="22"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23" dur="500" fill="hold"/>
                                        <p:tgtEl>
                                          <p:spTgt spid="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4">
                                            <p:txEl>
                                              <p:pRg st="2" end="2"/>
                                            </p:txEl>
                                          </p:spTgt>
                                        </p:tgtEl>
                                        <p:attrNameLst>
                                          <p:attrName>style.visibility</p:attrName>
                                        </p:attrNameLst>
                                      </p:cBhvr>
                                      <p:to>
                                        <p:strVal val="visible"/>
                                      </p:to>
                                    </p:set>
                                    <p:animEffect transition="in" filter="fade">
                                      <p:cBhvr>
                                        <p:cTn id="28" dur="500"/>
                                        <p:tgtEl>
                                          <p:spTgt spid="4">
                                            <p:txEl>
                                              <p:pRg st="2" end="2"/>
                                            </p:txEl>
                                          </p:spTgt>
                                        </p:tgtEl>
                                      </p:cBhvr>
                                    </p:animEffect>
                                    <p:anim calcmode="lin" valueType="num">
                                      <p:cBhvr>
                                        <p:cTn id="29"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30" dur="5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4">
                                            <p:txEl>
                                              <p:pRg st="3" end="3"/>
                                            </p:txEl>
                                          </p:spTgt>
                                        </p:tgtEl>
                                        <p:attrNameLst>
                                          <p:attrName>style.visibility</p:attrName>
                                        </p:attrNameLst>
                                      </p:cBhvr>
                                      <p:to>
                                        <p:strVal val="visible"/>
                                      </p:to>
                                    </p:set>
                                    <p:animEffect transition="in" filter="fade">
                                      <p:cBhvr>
                                        <p:cTn id="35" dur="500"/>
                                        <p:tgtEl>
                                          <p:spTgt spid="4">
                                            <p:txEl>
                                              <p:pRg st="3" end="3"/>
                                            </p:txEl>
                                          </p:spTgt>
                                        </p:tgtEl>
                                      </p:cBhvr>
                                    </p:animEffect>
                                    <p:anim calcmode="lin" valueType="num">
                                      <p:cBhvr>
                                        <p:cTn id="36"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37" dur="500" fill="hold"/>
                                        <p:tgtEl>
                                          <p:spTgt spid="4">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2836F2-767F-0021-19F8-84DE1C8928E6}"/>
              </a:ext>
            </a:extLst>
          </p:cNvPr>
          <p:cNvSpPr>
            <a:spLocks noGrp="1"/>
          </p:cNvSpPr>
          <p:nvPr>
            <p:ph type="title"/>
          </p:nvPr>
        </p:nvSpPr>
        <p:spPr>
          <a:xfrm>
            <a:off x="1154953" y="1448798"/>
            <a:ext cx="8761413" cy="706964"/>
          </a:xfrm>
        </p:spPr>
        <p:txBody>
          <a:bodyPr/>
          <a:lstStyle/>
          <a:p>
            <a:r>
              <a:rPr lang="en-US" dirty="0"/>
              <a:t>Conclusion</a:t>
            </a:r>
            <a:br>
              <a:rPr lang="en-US" dirty="0"/>
            </a:br>
            <a:endParaRPr lang="en-US" dirty="0"/>
          </a:p>
        </p:txBody>
      </p:sp>
      <p:sp>
        <p:nvSpPr>
          <p:cNvPr id="3" name="Slide Number Placeholder 2">
            <a:extLst>
              <a:ext uri="{FF2B5EF4-FFF2-40B4-BE49-F238E27FC236}">
                <a16:creationId xmlns:a16="http://schemas.microsoft.com/office/drawing/2014/main" id="{09A709A4-E5B6-20A5-8973-ED6DFE470027}"/>
              </a:ext>
            </a:extLst>
          </p:cNvPr>
          <p:cNvSpPr>
            <a:spLocks noGrp="1"/>
          </p:cNvSpPr>
          <p:nvPr>
            <p:ph type="sldNum" sz="quarter" idx="12"/>
          </p:nvPr>
        </p:nvSpPr>
        <p:spPr/>
        <p:txBody>
          <a:bodyPr/>
          <a:lstStyle/>
          <a:p>
            <a:fld id="{9FF96B15-8338-45D5-A943-561235072D66}" type="slidenum">
              <a:rPr lang="en-US" noProof="0" smtClean="0"/>
              <a:t>17</a:t>
            </a:fld>
            <a:endParaRPr lang="en-US" noProof="0" dirty="0"/>
          </a:p>
        </p:txBody>
      </p:sp>
      <p:sp>
        <p:nvSpPr>
          <p:cNvPr id="4" name="Text Placeholder 3">
            <a:extLst>
              <a:ext uri="{FF2B5EF4-FFF2-40B4-BE49-F238E27FC236}">
                <a16:creationId xmlns:a16="http://schemas.microsoft.com/office/drawing/2014/main" id="{B2503B53-E72A-8779-E916-B1E10C7D0B75}"/>
              </a:ext>
            </a:extLst>
          </p:cNvPr>
          <p:cNvSpPr>
            <a:spLocks noGrp="1"/>
          </p:cNvSpPr>
          <p:nvPr>
            <p:ph type="body" sz="quarter" idx="13"/>
          </p:nvPr>
        </p:nvSpPr>
        <p:spPr/>
        <p:txBody>
          <a:bodyPr>
            <a:normAutofit/>
          </a:bodyPr>
          <a:lstStyle/>
          <a:p>
            <a:pPr algn="just">
              <a:lnSpc>
                <a:spcPct val="150000"/>
              </a:lnSpc>
            </a:pPr>
            <a:r>
              <a:rPr lang="en-US" sz="2000" dirty="0">
                <a:solidFill>
                  <a:schemeClr val="tx1">
                    <a:lumMod val="95000"/>
                    <a:lumOff val="5000"/>
                  </a:schemeClr>
                </a:solidFill>
                <a:latin typeface="Segoe UI Emoji" panose="020B0502040204020203" pitchFamily="34" charset="0"/>
                <a:ea typeface="Segoe UI Emoji" panose="020B0502040204020203" pitchFamily="34" charset="0"/>
              </a:rPr>
              <a:t>The Hospitality Analytics dashboard provides a powerful, data‑driven foundation for strategic decision‑making. By leveraging KPI insights, understanding demand patterns, and acting on identified opportunities, the business can significantly improve revenue performance, optimize occupancy, and strengthen its competitive position. Continuous monitoring and advanced analytics will be key to sustained growth.</a:t>
            </a:r>
          </a:p>
        </p:txBody>
      </p:sp>
    </p:spTree>
    <p:extLst>
      <p:ext uri="{BB962C8B-B14F-4D97-AF65-F5344CB8AC3E}">
        <p14:creationId xmlns:p14="http://schemas.microsoft.com/office/powerpoint/2010/main" val="2296366057"/>
      </p:ext>
    </p:extLst>
  </p:cSld>
  <p:clrMapOvr>
    <a:masterClrMapping/>
  </p:clrMapOvr>
  <mc:AlternateContent xmlns:mc="http://schemas.openxmlformats.org/markup-compatibility/2006" xmlns:p15="http://schemas.microsoft.com/office/powerpoint/2012/main">
    <mc:Choice Requires="p15">
      <p:transition spd="med">
        <p15:prstTrans prst="peelOff" invX="1"/>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anim calcmode="lin" valueType="num">
                                      <p:cBhvr>
                                        <p:cTn id="8" dur="500" fill="hold"/>
                                        <p:tgtEl>
                                          <p:spTgt spid="2"/>
                                        </p:tgtEl>
                                        <p:attrNameLst>
                                          <p:attrName>ppt_x</p:attrName>
                                        </p:attrNameLst>
                                      </p:cBhvr>
                                      <p:tavLst>
                                        <p:tav tm="0">
                                          <p:val>
                                            <p:strVal val="#ppt_x"/>
                                          </p:val>
                                        </p:tav>
                                        <p:tav tm="100000">
                                          <p:val>
                                            <p:strVal val="#ppt_x"/>
                                          </p:val>
                                        </p:tav>
                                      </p:tavLst>
                                    </p:anim>
                                    <p:anim calcmode="lin" valueType="num">
                                      <p:cBhvr>
                                        <p:cTn id="9" dur="5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xEl>
                                              <p:pRg st="0" end="0"/>
                                            </p:txEl>
                                          </p:spTgt>
                                        </p:tgtEl>
                                        <p:attrNameLst>
                                          <p:attrName>style.visibility</p:attrName>
                                        </p:attrNameLst>
                                      </p:cBhvr>
                                      <p:to>
                                        <p:strVal val="visible"/>
                                      </p:to>
                                    </p:set>
                                    <p:animEffect transition="in" filter="fade">
                                      <p:cBhvr>
                                        <p:cTn id="14" dur="500"/>
                                        <p:tgtEl>
                                          <p:spTgt spid="4">
                                            <p:txEl>
                                              <p:pRg st="0" end="0"/>
                                            </p:txEl>
                                          </p:spTgt>
                                        </p:tgtEl>
                                      </p:cBhvr>
                                    </p:animEffect>
                                    <p:anim calcmode="lin" valueType="num">
                                      <p:cBhvr>
                                        <p:cTn id="15"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16" dur="5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2F53B02-AFFC-1826-E582-52F3AFD2FA48}"/>
              </a:ext>
            </a:extLst>
          </p:cNvPr>
          <p:cNvSpPr>
            <a:spLocks noGrp="1"/>
          </p:cNvSpPr>
          <p:nvPr>
            <p:ph type="sldNum" sz="quarter" idx="12"/>
          </p:nvPr>
        </p:nvSpPr>
        <p:spPr/>
        <p:txBody>
          <a:bodyPr/>
          <a:lstStyle/>
          <a:p>
            <a:fld id="{9FF96B15-8338-45D5-A943-561235072D66}" type="slidenum">
              <a:rPr lang="en-US" noProof="0" smtClean="0"/>
              <a:t>18</a:t>
            </a:fld>
            <a:endParaRPr lang="en-US" noProof="0" dirty="0"/>
          </a:p>
        </p:txBody>
      </p:sp>
      <p:sp>
        <p:nvSpPr>
          <p:cNvPr id="3" name="TextBox 2">
            <a:extLst>
              <a:ext uri="{FF2B5EF4-FFF2-40B4-BE49-F238E27FC236}">
                <a16:creationId xmlns:a16="http://schemas.microsoft.com/office/drawing/2014/main" id="{B72E31B6-06C3-621E-80CC-311424F1A3C5}"/>
              </a:ext>
            </a:extLst>
          </p:cNvPr>
          <p:cNvSpPr txBox="1"/>
          <p:nvPr/>
        </p:nvSpPr>
        <p:spPr>
          <a:xfrm>
            <a:off x="2603368" y="2630078"/>
            <a:ext cx="7343481" cy="1446550"/>
          </a:xfrm>
          <a:prstGeom prst="rect">
            <a:avLst/>
          </a:prstGeom>
          <a:noFill/>
        </p:spPr>
        <p:txBody>
          <a:bodyPr wrap="square" rtlCol="0">
            <a:spAutoFit/>
          </a:bodyPr>
          <a:lstStyle/>
          <a:p>
            <a:r>
              <a:rPr lang="en-US" sz="8800" dirty="0">
                <a:solidFill>
                  <a:schemeClr val="bg1"/>
                </a:solidFill>
                <a:latin typeface="Algerian" panose="04020705040A02060702" pitchFamily="82" charset="0"/>
              </a:rPr>
              <a:t>Thank You!</a:t>
            </a:r>
          </a:p>
        </p:txBody>
      </p:sp>
    </p:spTree>
    <p:extLst>
      <p:ext uri="{BB962C8B-B14F-4D97-AF65-F5344CB8AC3E}">
        <p14:creationId xmlns:p14="http://schemas.microsoft.com/office/powerpoint/2010/main" val="3471210416"/>
      </p:ext>
    </p:extLst>
  </p:cSld>
  <p:clrMapOvr>
    <a:masterClrMapping/>
  </p:clrMapOvr>
  <mc:AlternateContent xmlns:mc="http://schemas.openxmlformats.org/markup-compatibility/2006" xmlns:p15="http://schemas.microsoft.com/office/powerpoint/2012/main">
    <mc:Choice Requires="p15">
      <p:transition spd="med">
        <p15:prstTrans prst="peelOff" invX="1"/>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anim calcmode="lin" valueType="num">
                                      <p:cBhvr>
                                        <p:cTn id="8" dur="500" fill="hold"/>
                                        <p:tgtEl>
                                          <p:spTgt spid="3"/>
                                        </p:tgtEl>
                                        <p:attrNameLst>
                                          <p:attrName>ppt_x</p:attrName>
                                        </p:attrNameLst>
                                      </p:cBhvr>
                                      <p:tavLst>
                                        <p:tav tm="0">
                                          <p:val>
                                            <p:strVal val="#ppt_x"/>
                                          </p:val>
                                        </p:tav>
                                        <p:tav tm="100000">
                                          <p:val>
                                            <p:strVal val="#ppt_x"/>
                                          </p:val>
                                        </p:tav>
                                      </p:tavLst>
                                    </p:anim>
                                    <p:anim calcmode="lin" valueType="num">
                                      <p:cBhvr>
                                        <p:cTn id="9" dur="5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0E5580"/>
      </a:dk2>
      <a:lt2>
        <a:srgbClr val="EBEBEB"/>
      </a:lt2>
      <a:accent1>
        <a:srgbClr val="ACD433"/>
      </a:accent1>
      <a:accent2>
        <a:srgbClr val="E6C133"/>
      </a:accent2>
      <a:accent3>
        <a:srgbClr val="EF7A24"/>
      </a:accent3>
      <a:accent4>
        <a:srgbClr val="5AA0F5"/>
      </a:accent4>
      <a:accent5>
        <a:srgbClr val="75CEEC"/>
      </a:accent5>
      <a:accent6>
        <a:srgbClr val="65D6A0"/>
      </a:accent6>
      <a:hlink>
        <a:srgbClr val="C4E46E"/>
      </a:hlink>
      <a:folHlink>
        <a:srgbClr val="BDE0FB"/>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2000"/>
                <a:hueMod val="96000"/>
                <a:satMod val="128000"/>
                <a:lumMod val="114000"/>
              </a:schemeClr>
            </a:gs>
            <a:gs pos="100000">
              <a:schemeClr val="phClr">
                <a:shade val="62000"/>
                <a:hueMod val="100000"/>
                <a:satMod val="134000"/>
                <a:lumMod val="56000"/>
              </a:schemeClr>
            </a:gs>
          </a:gsLst>
          <a:path path="circle">
            <a:fillToRect l="45000" t="65000" r="125000" b="100000"/>
          </a:path>
        </a:gradFill>
        <a:blipFill rotWithShape="1">
          <a:blip xmlns:r="http://schemas.openxmlformats.org/officeDocument/2006/relationships" r:embed="rId1">
            <a:duotone>
              <a:schemeClr val="phClr">
                <a:shade val="62000"/>
                <a:hueMod val="108000"/>
                <a:satMod val="164000"/>
                <a:lumMod val="69000"/>
              </a:schemeClr>
              <a:schemeClr val="phClr">
                <a:tint val="96000"/>
                <a:hueMod val="90000"/>
                <a:satMod val="130000"/>
                <a:lumMod val="134000"/>
              </a:schemeClr>
            </a:duotone>
          </a:blip>
          <a:stretch/>
        </a:blipFill>
      </a:bgFillStyleLst>
    </a:fmtScheme>
  </a:themeElements>
  <a:objectDefaults/>
  <a:extraClrSchemeLst/>
  <a:extLst>
    <a:ext uri="{05A4C25C-085E-4340-85A3-A5531E510DB2}">
      <thm15:themeFamily xmlns:thm15="http://schemas.microsoft.com/office/thememl/2012/main" name="TF66741836_Beginning of the year procedures_AAS_v5" id="{51CF042C-A21F-4772-ACB5-34142877F475}" vid="{78ABB5F0-5DDF-4844-A82C-FEADF47C5BA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291512c1ee715ab617f4c07df79fc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8256c27c40ca5c40ce1cf6c44f0205df"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Props1.xml><?xml version="1.0" encoding="utf-8"?>
<ds:datastoreItem xmlns:ds="http://schemas.openxmlformats.org/officeDocument/2006/customXml" ds:itemID="{CCB9AE35-8A31-4380-94A6-86E5DFCDD123}">
  <ds:schemaRefs>
    <ds:schemaRef ds:uri="http://schemas.microsoft.com/sharepoint/v3/contenttype/forms"/>
  </ds:schemaRefs>
</ds:datastoreItem>
</file>

<file path=customXml/itemProps2.xml><?xml version="1.0" encoding="utf-8"?>
<ds:datastoreItem xmlns:ds="http://schemas.openxmlformats.org/officeDocument/2006/customXml" ds:itemID="{570D0EAE-52CD-493E-A174-3A7CD0E9C7B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F983CA34-C6E2-49BA-ACFF-78ADEC0C28FA}">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Beginning of the year procedures</Template>
  <TotalTime>368</TotalTime>
  <Words>815</Words>
  <Application>Microsoft Office PowerPoint</Application>
  <PresentationFormat>Widescreen</PresentationFormat>
  <Paragraphs>115</Paragraphs>
  <Slides>18</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18</vt:i4>
      </vt:variant>
    </vt:vector>
  </HeadingPairs>
  <TitlesOfParts>
    <vt:vector size="29" baseType="lpstr">
      <vt:lpstr>Algerian</vt:lpstr>
      <vt:lpstr>Arial</vt:lpstr>
      <vt:lpstr>Calibri</vt:lpstr>
      <vt:lpstr>Century Gothic</vt:lpstr>
      <vt:lpstr>High Tower Text</vt:lpstr>
      <vt:lpstr>Impact</vt:lpstr>
      <vt:lpstr>Segoe UI Emoji</vt:lpstr>
      <vt:lpstr>Segoe UI Semibold</vt:lpstr>
      <vt:lpstr>Wingdings</vt:lpstr>
      <vt:lpstr>Wingdings 3</vt:lpstr>
      <vt:lpstr>Ion Boardroom</vt:lpstr>
      <vt:lpstr>HOSPITALITY ANALYTICS</vt:lpstr>
      <vt:lpstr>AGENDA</vt:lpstr>
      <vt:lpstr>Introduction</vt:lpstr>
      <vt:lpstr>Problem Statement </vt:lpstr>
      <vt:lpstr>Business Objective </vt:lpstr>
      <vt:lpstr>Dataset Overview </vt:lpstr>
      <vt:lpstr>Tools Used </vt:lpstr>
      <vt:lpstr>KPIs Defined </vt:lpstr>
      <vt:lpstr>Revenue Analysis </vt:lpstr>
      <vt:lpstr>Occupancy Analysis </vt:lpstr>
      <vt:lpstr>City / Hotel-wise Performance  </vt:lpstr>
      <vt:lpstr>Trend &amp; Seasonality</vt:lpstr>
      <vt:lpstr>Key Insights </vt:lpstr>
      <vt:lpstr>Business Problem Identified </vt:lpstr>
      <vt:lpstr>Business Development Opportunities </vt:lpstr>
      <vt:lpstr>Recommendations </vt:lpstr>
      <vt:lpstr>Conclusion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JAYA PRAKASH A</dc:creator>
  <cp:lastModifiedBy>JAYA PRAKASH A</cp:lastModifiedBy>
  <cp:revision>5</cp:revision>
  <dcterms:created xsi:type="dcterms:W3CDTF">2026-01-21T15:47:34Z</dcterms:created>
  <dcterms:modified xsi:type="dcterms:W3CDTF">2026-01-25T12:27:21Z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